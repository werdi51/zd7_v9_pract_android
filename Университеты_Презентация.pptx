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863" r:id="rId1"/>
  </p:sldMasterIdLst>
  <p:notesMasterIdLst>
    <p:notesMasterId r:id="rId14"/>
  </p:notesMasterIdLst>
  <p:sldIdLst>
    <p:sldId id="256" r:id="rId2"/>
    <p:sldId id="257" r:id="rId3"/>
    <p:sldId id="274" r:id="rId4"/>
    <p:sldId id="275" r:id="rId5"/>
    <p:sldId id="276" r:id="rId6"/>
    <p:sldId id="260" r:id="rId7"/>
    <p:sldId id="277" r:id="rId8"/>
    <p:sldId id="278" r:id="rId9"/>
    <p:sldId id="279" r:id="rId10"/>
    <p:sldId id="280" r:id="rId11"/>
    <p:sldId id="281" r:id="rId12"/>
    <p:sldId id="283" r:id="rId13"/>
  </p:sldIdLst>
  <p:sldSz cx="18288000" cy="10287000"/>
  <p:notesSz cx="6858000" cy="9144000"/>
  <p:embeddedFontLst>
    <p:embeddedFont>
      <p:font typeface="Calibri" panose="020F0502020204030204" pitchFamily="34" charset="0"/>
      <p:regular r:id="rId15"/>
      <p:bold r:id="rId16"/>
      <p:italic r:id="rId17"/>
      <p:boldItalic r:id="rId18"/>
    </p:embeddedFont>
    <p:embeddedFont>
      <p:font typeface="Century Gothic" panose="020B0502020202020204" pitchFamily="34" charset="0"/>
      <p:regular r:id="rId19"/>
      <p:bold r:id="rId20"/>
      <p:italic r:id="rId21"/>
      <p:boldItalic r:id="rId22"/>
    </p:embeddedFont>
    <p:embeddedFont>
      <p:font typeface="Wingdings 3" panose="05040102010807070707" pitchFamily="18" charset="2"/>
      <p:regular r:id="rId23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A7C71"/>
    <a:srgbClr val="39383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 autoAdjust="0"/>
    <p:restoredTop sz="96283" autoAdjust="0"/>
  </p:normalViewPr>
  <p:slideViewPr>
    <p:cSldViewPr>
      <p:cViewPr varScale="1">
        <p:scale>
          <a:sx n="77" d="100"/>
          <a:sy n="77" d="100"/>
        </p:scale>
        <p:origin x="414" y="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A87EA7-9010-4B47-B062-09F36F19231E}" type="datetimeFigureOut">
              <a:rPr lang="ru-RU" smtClean="0"/>
              <a:t>19.12.2025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9AC3DF-CE65-47BA-A523-97400956EF5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695239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32433" y="2171701"/>
            <a:ext cx="13238487" cy="4994372"/>
          </a:xfrm>
        </p:spPr>
        <p:txBody>
          <a:bodyPr anchor="b"/>
          <a:lstStyle>
            <a:lvl1pPr>
              <a:defRPr sz="108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32433" y="7166070"/>
            <a:ext cx="13238487" cy="129213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429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114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800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5486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23437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0998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2435" y="4292600"/>
            <a:ext cx="13238486" cy="2873471"/>
          </a:xfrm>
        </p:spPr>
        <p:txBody>
          <a:bodyPr anchor="b"/>
          <a:lstStyle>
            <a:lvl1pPr algn="l">
              <a:defRPr sz="6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32433" y="7166072"/>
            <a:ext cx="13238487" cy="1290600"/>
          </a:xfrm>
        </p:spPr>
        <p:txBody>
          <a:bodyPr anchor="t"/>
          <a:lstStyle>
            <a:lvl1pPr marL="0" indent="0" algn="l">
              <a:buNone/>
              <a:defRPr sz="3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6858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65026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654969" y="3090863"/>
            <a:ext cx="6594509" cy="6293645"/>
          </a:xfrm>
        </p:spPr>
        <p:txBody>
          <a:bodyPr>
            <a:normAutofit/>
          </a:bodyPr>
          <a:lstStyle>
            <a:lvl1pPr>
              <a:defRPr sz="2700"/>
            </a:lvl1pPr>
            <a:lvl2pPr>
              <a:defRPr sz="2400"/>
            </a:lvl2pPr>
            <a:lvl3pPr>
              <a:defRPr sz="21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81740" y="3084139"/>
            <a:ext cx="6594512" cy="6300368"/>
          </a:xfrm>
        </p:spPr>
        <p:txBody>
          <a:bodyPr>
            <a:normAutofit/>
          </a:bodyPr>
          <a:lstStyle>
            <a:lvl1pPr>
              <a:defRPr sz="2700"/>
            </a:lvl1pPr>
            <a:lvl2pPr>
              <a:defRPr sz="2400"/>
            </a:lvl2pPr>
            <a:lvl3pPr>
              <a:defRPr sz="21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7867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54970" y="2857500"/>
            <a:ext cx="6594507" cy="864393"/>
          </a:xfrm>
        </p:spPr>
        <p:txBody>
          <a:bodyPr anchor="b">
            <a:noAutofit/>
          </a:bodyPr>
          <a:lstStyle>
            <a:lvl1pPr marL="0" indent="0">
              <a:buNone/>
              <a:defRPr sz="36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54969" y="3771900"/>
            <a:ext cx="6594509" cy="5612607"/>
          </a:xfrm>
        </p:spPr>
        <p:txBody>
          <a:bodyPr>
            <a:normAutofit/>
          </a:bodyPr>
          <a:lstStyle>
            <a:lvl1pPr>
              <a:defRPr sz="2700"/>
            </a:lvl1pPr>
            <a:lvl2pPr>
              <a:defRPr sz="2400"/>
            </a:lvl2pPr>
            <a:lvl3pPr>
              <a:defRPr sz="21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8481743" y="2857500"/>
            <a:ext cx="6594509" cy="864393"/>
          </a:xfrm>
        </p:spPr>
        <p:txBody>
          <a:bodyPr anchor="b">
            <a:noAutofit/>
          </a:bodyPr>
          <a:lstStyle>
            <a:lvl1pPr marL="0" indent="0">
              <a:buNone/>
              <a:defRPr sz="36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8481743" y="3771900"/>
            <a:ext cx="6594509" cy="5612607"/>
          </a:xfrm>
        </p:spPr>
        <p:txBody>
          <a:bodyPr>
            <a:normAutofit/>
          </a:bodyPr>
          <a:lstStyle>
            <a:lvl1pPr>
              <a:defRPr sz="2700"/>
            </a:lvl1pPr>
            <a:lvl2pPr>
              <a:defRPr sz="2400"/>
            </a:lvl2pPr>
            <a:lvl3pPr>
              <a:defRPr sz="21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40479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12/19/2025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93508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12/19/2025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80095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2432" y="2171700"/>
            <a:ext cx="5101595" cy="2171700"/>
          </a:xfrm>
        </p:spPr>
        <p:txBody>
          <a:bodyPr anchor="b"/>
          <a:lstStyle>
            <a:lvl1pPr algn="l">
              <a:defRPr sz="36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76925" y="2171700"/>
            <a:ext cx="7793996" cy="6858000"/>
          </a:xfrm>
        </p:spPr>
        <p:txBody>
          <a:bodyPr anchor="ctr">
            <a:normAutofit/>
          </a:bodyPr>
          <a:lstStyle>
            <a:lvl1pPr>
              <a:defRPr sz="3000"/>
            </a:lvl1pPr>
            <a:lvl2pPr>
              <a:defRPr sz="2700"/>
            </a:lvl2pPr>
            <a:lvl3pPr>
              <a:defRPr sz="24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32433" y="4693921"/>
            <a:ext cx="5101593" cy="4343399"/>
          </a:xfrm>
        </p:spPr>
        <p:txBody>
          <a:bodyPr/>
          <a:lstStyle>
            <a:lvl1pPr marL="0" indent="0">
              <a:buNone/>
              <a:defRPr sz="2100"/>
            </a:lvl1pPr>
            <a:lvl2pPr marL="685800" indent="0">
              <a:buNone/>
              <a:defRPr sz="1800"/>
            </a:lvl2pPr>
            <a:lvl3pPr marL="1371600" indent="0">
              <a:buNone/>
              <a:defRPr sz="1500"/>
            </a:lvl3pPr>
            <a:lvl4pPr marL="2057400" indent="0">
              <a:buNone/>
              <a:defRPr sz="1350"/>
            </a:lvl4pPr>
            <a:lvl5pPr marL="2743200" indent="0">
              <a:buNone/>
              <a:defRPr sz="1350"/>
            </a:lvl5pPr>
            <a:lvl6pPr marL="3429000" indent="0">
              <a:buNone/>
              <a:defRPr sz="1350"/>
            </a:lvl6pPr>
            <a:lvl7pPr marL="4114800" indent="0">
              <a:buNone/>
              <a:defRPr sz="1350"/>
            </a:lvl7pPr>
            <a:lvl8pPr marL="4800600" indent="0">
              <a:buNone/>
              <a:defRPr sz="1350"/>
            </a:lvl8pPr>
            <a:lvl9pPr marL="5486400" indent="0">
              <a:buNone/>
              <a:defRPr sz="13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12/19/2025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42486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0861" y="2781288"/>
            <a:ext cx="7639359" cy="2362212"/>
          </a:xfrm>
        </p:spPr>
        <p:txBody>
          <a:bodyPr anchor="b">
            <a:normAutofit/>
          </a:bodyPr>
          <a:lstStyle>
            <a:lvl1pPr algn="l">
              <a:defRPr sz="5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24319" y="1714500"/>
            <a:ext cx="4800600" cy="6858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400"/>
            </a:lvl1pPr>
            <a:lvl2pPr marL="685800" indent="0">
              <a:buNone/>
              <a:defRPr sz="2400"/>
            </a:lvl2pPr>
            <a:lvl3pPr marL="1371600" indent="0">
              <a:buNone/>
              <a:defRPr sz="2400"/>
            </a:lvl3pPr>
            <a:lvl4pPr marL="2057400" indent="0">
              <a:buNone/>
              <a:defRPr sz="2400"/>
            </a:lvl4pPr>
            <a:lvl5pPr marL="2743200" indent="0">
              <a:buNone/>
              <a:defRPr sz="2400"/>
            </a:lvl5pPr>
            <a:lvl6pPr marL="3429000" indent="0">
              <a:buNone/>
              <a:defRPr sz="2400"/>
            </a:lvl6pPr>
            <a:lvl7pPr marL="4114800" indent="0">
              <a:buNone/>
              <a:defRPr sz="2400"/>
            </a:lvl7pPr>
            <a:lvl8pPr marL="4800600" indent="0">
              <a:buNone/>
              <a:defRPr sz="2400"/>
            </a:lvl8pPr>
            <a:lvl9pPr marL="5486400" indent="0">
              <a:buNone/>
              <a:defRPr sz="24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32432" y="5486400"/>
            <a:ext cx="7627469" cy="2057400"/>
          </a:xfrm>
        </p:spPr>
        <p:txBody>
          <a:bodyPr>
            <a:normAutofit/>
          </a:bodyPr>
          <a:lstStyle>
            <a:lvl1pPr marL="0" indent="0">
              <a:buNone/>
              <a:defRPr sz="2100"/>
            </a:lvl1pPr>
            <a:lvl2pPr marL="685800" indent="0">
              <a:buNone/>
              <a:defRPr sz="1800"/>
            </a:lvl2pPr>
            <a:lvl3pPr marL="1371600" indent="0">
              <a:buNone/>
              <a:defRPr sz="1500"/>
            </a:lvl3pPr>
            <a:lvl4pPr marL="2057400" indent="0">
              <a:buNone/>
              <a:defRPr sz="1350"/>
            </a:lvl4pPr>
            <a:lvl5pPr marL="2743200" indent="0">
              <a:buNone/>
              <a:defRPr sz="1350"/>
            </a:lvl5pPr>
            <a:lvl6pPr marL="3429000" indent="0">
              <a:buNone/>
              <a:defRPr sz="1350"/>
            </a:lvl6pPr>
            <a:lvl7pPr marL="4114800" indent="0">
              <a:buNone/>
              <a:defRPr sz="1350"/>
            </a:lvl7pPr>
            <a:lvl8pPr marL="4800600" indent="0">
              <a:buNone/>
              <a:defRPr sz="1350"/>
            </a:lvl8pPr>
            <a:lvl9pPr marL="5486400" indent="0">
              <a:buNone/>
              <a:defRPr sz="13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24545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2435" y="7200880"/>
            <a:ext cx="13238486" cy="85010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732433" y="1028699"/>
            <a:ext cx="13238487" cy="5461001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400"/>
            </a:lvl1pPr>
            <a:lvl2pPr marL="685800" indent="0">
              <a:buNone/>
              <a:defRPr sz="2400"/>
            </a:lvl2pPr>
            <a:lvl3pPr marL="1371600" indent="0">
              <a:buNone/>
              <a:defRPr sz="2400"/>
            </a:lvl3pPr>
            <a:lvl4pPr marL="2057400" indent="0">
              <a:buNone/>
              <a:defRPr sz="2400"/>
            </a:lvl4pPr>
            <a:lvl5pPr marL="2743200" indent="0">
              <a:buNone/>
              <a:defRPr sz="2400"/>
            </a:lvl5pPr>
            <a:lvl6pPr marL="3429000" indent="0">
              <a:buNone/>
              <a:defRPr sz="2400"/>
            </a:lvl6pPr>
            <a:lvl7pPr marL="4114800" indent="0">
              <a:buNone/>
              <a:defRPr sz="2400"/>
            </a:lvl7pPr>
            <a:lvl8pPr marL="4800600" indent="0">
              <a:buNone/>
              <a:defRPr sz="2400"/>
            </a:lvl8pPr>
            <a:lvl9pPr marL="5486400" indent="0">
              <a:buNone/>
              <a:defRPr sz="24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32434" y="8050988"/>
            <a:ext cx="13238484" cy="740568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685800" indent="0">
              <a:buNone/>
              <a:defRPr sz="1800"/>
            </a:lvl2pPr>
            <a:lvl3pPr marL="1371600" indent="0">
              <a:buNone/>
              <a:defRPr sz="1500"/>
            </a:lvl3pPr>
            <a:lvl4pPr marL="2057400" indent="0">
              <a:buNone/>
              <a:defRPr sz="1350"/>
            </a:lvl4pPr>
            <a:lvl5pPr marL="2743200" indent="0">
              <a:buNone/>
              <a:defRPr sz="1350"/>
            </a:lvl5pPr>
            <a:lvl6pPr marL="3429000" indent="0">
              <a:buNone/>
              <a:defRPr sz="1350"/>
            </a:lvl6pPr>
            <a:lvl7pPr marL="4114800" indent="0">
              <a:buNone/>
              <a:defRPr sz="1350"/>
            </a:lvl7pPr>
            <a:lvl8pPr marL="4800600" indent="0">
              <a:buNone/>
              <a:defRPr sz="1350"/>
            </a:lvl8pPr>
            <a:lvl9pPr marL="5486400" indent="0">
              <a:buNone/>
              <a:defRPr sz="13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26027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2432" y="2171700"/>
            <a:ext cx="13238489" cy="2971800"/>
          </a:xfrm>
        </p:spPr>
        <p:txBody>
          <a:bodyPr/>
          <a:lstStyle>
            <a:lvl1pPr>
              <a:defRPr sz="7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732432" y="5486400"/>
            <a:ext cx="13238489" cy="3543300"/>
          </a:xfrm>
        </p:spPr>
        <p:txBody>
          <a:bodyPr anchor="ctr">
            <a:normAutofit/>
          </a:bodyPr>
          <a:lstStyle>
            <a:lvl1pPr marL="0" indent="0">
              <a:buNone/>
              <a:defRPr sz="2700"/>
            </a:lvl1pPr>
            <a:lvl2pPr marL="685800" indent="0">
              <a:buNone/>
              <a:defRPr sz="1800"/>
            </a:lvl2pPr>
            <a:lvl3pPr marL="1371600" indent="0">
              <a:buNone/>
              <a:defRPr sz="1500"/>
            </a:lvl3pPr>
            <a:lvl4pPr marL="2057400" indent="0">
              <a:buNone/>
              <a:defRPr sz="1350"/>
            </a:lvl4pPr>
            <a:lvl5pPr marL="2743200" indent="0">
              <a:buNone/>
              <a:defRPr sz="1350"/>
            </a:lvl5pPr>
            <a:lvl6pPr marL="3429000" indent="0">
              <a:buNone/>
              <a:defRPr sz="1350"/>
            </a:lvl6pPr>
            <a:lvl7pPr marL="4114800" indent="0">
              <a:buNone/>
              <a:defRPr sz="1350"/>
            </a:lvl7pPr>
            <a:lvl8pPr marL="4800600" indent="0">
              <a:buNone/>
              <a:defRPr sz="1350"/>
            </a:lvl8pPr>
            <a:lvl9pPr marL="5486400" indent="0">
              <a:buNone/>
              <a:defRPr sz="13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416043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62200" y="2171700"/>
            <a:ext cx="11998973" cy="3485061"/>
          </a:xfrm>
        </p:spPr>
        <p:txBody>
          <a:bodyPr/>
          <a:lstStyle>
            <a:lvl1pPr>
              <a:defRPr sz="7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>
          <a:xfrm>
            <a:off x="2895601" y="5656761"/>
            <a:ext cx="10919474" cy="513261"/>
          </a:xfrm>
        </p:spPr>
        <p:txBody>
          <a:bodyPr anchor="t">
            <a:normAutofit/>
          </a:bodyPr>
          <a:lstStyle>
            <a:lvl1pPr marL="0" indent="0">
              <a:buNone/>
              <a:defRPr lang="en-US" sz="21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685800" indent="0">
              <a:buNone/>
              <a:defRPr sz="1800"/>
            </a:lvl2pPr>
            <a:lvl3pPr marL="1371600" indent="0">
              <a:buNone/>
              <a:defRPr sz="1500"/>
            </a:lvl3pPr>
            <a:lvl4pPr marL="2057400" indent="0">
              <a:buNone/>
              <a:defRPr sz="1350"/>
            </a:lvl4pPr>
            <a:lvl5pPr marL="2743200" indent="0">
              <a:buNone/>
              <a:defRPr sz="1350"/>
            </a:lvl5pPr>
            <a:lvl6pPr marL="3429000" indent="0">
              <a:buNone/>
              <a:defRPr sz="1350"/>
            </a:lvl6pPr>
            <a:lvl7pPr marL="4114800" indent="0">
              <a:buNone/>
              <a:defRPr sz="1350"/>
            </a:lvl7pPr>
            <a:lvl8pPr marL="4800600" indent="0">
              <a:buNone/>
              <a:defRPr sz="1350"/>
            </a:lvl8pPr>
            <a:lvl9pPr marL="5486400" indent="0">
              <a:buNone/>
              <a:defRPr sz="13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732432" y="6525986"/>
            <a:ext cx="13238489" cy="2514600"/>
          </a:xfrm>
        </p:spPr>
        <p:txBody>
          <a:bodyPr anchor="ctr">
            <a:normAutofit/>
          </a:bodyPr>
          <a:lstStyle>
            <a:lvl1pPr marL="0" indent="0">
              <a:buNone/>
              <a:defRPr sz="2700"/>
            </a:lvl1pPr>
            <a:lvl2pPr marL="685800" indent="0">
              <a:buNone/>
              <a:defRPr sz="1800"/>
            </a:lvl2pPr>
            <a:lvl3pPr marL="1371600" indent="0">
              <a:buNone/>
              <a:defRPr sz="1500"/>
            </a:lvl3pPr>
            <a:lvl4pPr marL="2057400" indent="0">
              <a:buNone/>
              <a:defRPr sz="1350"/>
            </a:lvl4pPr>
            <a:lvl5pPr marL="2743200" indent="0">
              <a:buNone/>
              <a:defRPr sz="1350"/>
            </a:lvl5pPr>
            <a:lvl6pPr marL="3429000" indent="0">
              <a:buNone/>
              <a:defRPr sz="1350"/>
            </a:lvl6pPr>
            <a:lvl7pPr marL="4114800" indent="0">
              <a:buNone/>
              <a:defRPr sz="1350"/>
            </a:lvl7pPr>
            <a:lvl8pPr marL="4800600" indent="0">
              <a:buNone/>
              <a:defRPr sz="1350"/>
            </a:lvl8pPr>
            <a:lvl9pPr marL="5486400" indent="0">
              <a:buNone/>
              <a:defRPr sz="13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1347443" y="1456880"/>
            <a:ext cx="1202868" cy="29084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3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+mj-ea"/>
                <a:cs typeface="+mj-cs"/>
              </a:rPr>
              <a:t>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995735" y="3920681"/>
            <a:ext cx="1202868" cy="29084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3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+mj-ea"/>
                <a:cs typeface="+mj-cs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3317500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2432" y="4686302"/>
            <a:ext cx="13238489" cy="2479770"/>
          </a:xfrm>
        </p:spPr>
        <p:txBody>
          <a:bodyPr anchor="b"/>
          <a:lstStyle>
            <a:lvl1pPr algn="l">
              <a:defRPr sz="6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32433" y="7166072"/>
            <a:ext cx="13238487" cy="1290600"/>
          </a:xfrm>
        </p:spPr>
        <p:txBody>
          <a:bodyPr anchor="t"/>
          <a:lstStyle>
            <a:lvl1pPr marL="0" indent="0" algn="l">
              <a:buNone/>
              <a:defRPr sz="3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6858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078427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ри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63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9421" y="2971800"/>
            <a:ext cx="4420299" cy="864393"/>
          </a:xfrm>
        </p:spPr>
        <p:txBody>
          <a:bodyPr anchor="b">
            <a:noAutofit/>
          </a:bodyPr>
          <a:lstStyle>
            <a:lvl1pPr marL="0" indent="0">
              <a:buNone/>
              <a:defRPr sz="36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978695" y="4000500"/>
            <a:ext cx="4391025" cy="5384007"/>
          </a:xfrm>
        </p:spPr>
        <p:txBody>
          <a:bodyPr anchor="t">
            <a:normAutofit/>
          </a:bodyPr>
          <a:lstStyle>
            <a:lvl1pPr marL="0" indent="0">
              <a:buNone/>
              <a:defRPr sz="2100"/>
            </a:lvl1pPr>
            <a:lvl2pPr marL="685800" indent="0">
              <a:buNone/>
              <a:defRPr sz="1800"/>
            </a:lvl2pPr>
            <a:lvl3pPr marL="1371600" indent="0">
              <a:buNone/>
              <a:defRPr sz="1500"/>
            </a:lvl3pPr>
            <a:lvl4pPr marL="2057400" indent="0">
              <a:buNone/>
              <a:defRPr sz="1350"/>
            </a:lvl4pPr>
            <a:lvl5pPr marL="2743200" indent="0">
              <a:buNone/>
              <a:defRPr sz="1350"/>
            </a:lvl5pPr>
            <a:lvl6pPr marL="3429000" indent="0">
              <a:buNone/>
              <a:defRPr sz="1350"/>
            </a:lvl6pPr>
            <a:lvl7pPr marL="4114800" indent="0">
              <a:buNone/>
              <a:defRPr sz="1350"/>
            </a:lvl7pPr>
            <a:lvl8pPr marL="4800600" indent="0">
              <a:buNone/>
              <a:defRPr sz="1350"/>
            </a:lvl8pPr>
            <a:lvl9pPr marL="5486400" indent="0">
              <a:buNone/>
              <a:defRPr sz="13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25489" y="2971800"/>
            <a:ext cx="4404362" cy="864393"/>
          </a:xfrm>
        </p:spPr>
        <p:txBody>
          <a:bodyPr anchor="b">
            <a:noAutofit/>
          </a:bodyPr>
          <a:lstStyle>
            <a:lvl1pPr marL="0" indent="0">
              <a:buNone/>
              <a:defRPr sz="36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5809659" y="4000500"/>
            <a:ext cx="4420191" cy="5384007"/>
          </a:xfrm>
        </p:spPr>
        <p:txBody>
          <a:bodyPr anchor="t">
            <a:normAutofit/>
          </a:bodyPr>
          <a:lstStyle>
            <a:lvl1pPr marL="0" indent="0">
              <a:buNone/>
              <a:defRPr sz="2100"/>
            </a:lvl1pPr>
            <a:lvl2pPr marL="685800" indent="0">
              <a:buNone/>
              <a:defRPr sz="1800"/>
            </a:lvl2pPr>
            <a:lvl3pPr marL="1371600" indent="0">
              <a:buNone/>
              <a:defRPr sz="1500"/>
            </a:lvl3pPr>
            <a:lvl4pPr marL="2057400" indent="0">
              <a:buNone/>
              <a:defRPr sz="1350"/>
            </a:lvl4pPr>
            <a:lvl5pPr marL="2743200" indent="0">
              <a:buNone/>
              <a:defRPr sz="1350"/>
            </a:lvl5pPr>
            <a:lvl6pPr marL="3429000" indent="0">
              <a:buNone/>
              <a:defRPr sz="1350"/>
            </a:lvl6pPr>
            <a:lvl7pPr marL="4114800" indent="0">
              <a:buNone/>
              <a:defRPr sz="1350"/>
            </a:lvl7pPr>
            <a:lvl8pPr marL="4800600" indent="0">
              <a:buNone/>
              <a:defRPr sz="1350"/>
            </a:lvl8pPr>
            <a:lvl9pPr marL="5486400" indent="0">
              <a:buNone/>
              <a:defRPr sz="13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10687051" y="2971800"/>
            <a:ext cx="4398170" cy="864393"/>
          </a:xfrm>
        </p:spPr>
        <p:txBody>
          <a:bodyPr anchor="b">
            <a:noAutofit/>
          </a:bodyPr>
          <a:lstStyle>
            <a:lvl1pPr marL="0" indent="0">
              <a:buNone/>
              <a:defRPr sz="36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10687051" y="4000500"/>
            <a:ext cx="4398170" cy="5384007"/>
          </a:xfrm>
        </p:spPr>
        <p:txBody>
          <a:bodyPr anchor="t">
            <a:normAutofit/>
          </a:bodyPr>
          <a:lstStyle>
            <a:lvl1pPr marL="0" indent="0">
              <a:buNone/>
              <a:defRPr sz="2100"/>
            </a:lvl1pPr>
            <a:lvl2pPr marL="685800" indent="0">
              <a:buNone/>
              <a:defRPr sz="1800"/>
            </a:lvl2pPr>
            <a:lvl3pPr marL="1371600" indent="0">
              <a:buNone/>
              <a:defRPr sz="1500"/>
            </a:lvl3pPr>
            <a:lvl4pPr marL="2057400" indent="0">
              <a:buNone/>
              <a:defRPr sz="1350"/>
            </a:lvl4pPr>
            <a:lvl5pPr marL="2743200" indent="0">
              <a:buNone/>
              <a:defRPr sz="1350"/>
            </a:lvl5pPr>
            <a:lvl6pPr marL="3429000" indent="0">
              <a:buNone/>
              <a:defRPr sz="1350"/>
            </a:lvl6pPr>
            <a:lvl7pPr marL="4114800" indent="0">
              <a:buNone/>
              <a:defRPr sz="1350"/>
            </a:lvl7pPr>
            <a:lvl8pPr marL="4800600" indent="0">
              <a:buNone/>
              <a:defRPr sz="1350"/>
            </a:lvl8pPr>
            <a:lvl9pPr marL="5486400" indent="0">
              <a:buNone/>
              <a:defRPr sz="13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5589213" y="3200400"/>
            <a:ext cx="0" cy="59436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10443341" y="3200400"/>
            <a:ext cx="0" cy="5950323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12/19/2025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151110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толбец с тремя рису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63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8695" y="6376424"/>
            <a:ext cx="4410075" cy="864393"/>
          </a:xfrm>
        </p:spPr>
        <p:txBody>
          <a:bodyPr anchor="b">
            <a:noAutofit/>
          </a:bodyPr>
          <a:lstStyle>
            <a:lvl1pPr marL="0" indent="0">
              <a:buNone/>
              <a:defRPr sz="3600" b="0">
                <a:solidFill>
                  <a:schemeClr val="accent1"/>
                </a:solidFill>
              </a:defRPr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78695" y="3314700"/>
            <a:ext cx="4410075" cy="2286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400"/>
            </a:lvl1pPr>
            <a:lvl2pPr marL="685800" indent="0">
              <a:buNone/>
              <a:defRPr sz="2400"/>
            </a:lvl2pPr>
            <a:lvl3pPr marL="1371600" indent="0">
              <a:buNone/>
              <a:defRPr sz="2400"/>
            </a:lvl3pPr>
            <a:lvl4pPr marL="2057400" indent="0">
              <a:buNone/>
              <a:defRPr sz="2400"/>
            </a:lvl4pPr>
            <a:lvl5pPr marL="2743200" indent="0">
              <a:buNone/>
              <a:defRPr sz="2400"/>
            </a:lvl5pPr>
            <a:lvl6pPr marL="3429000" indent="0">
              <a:buNone/>
              <a:defRPr sz="2400"/>
            </a:lvl6pPr>
            <a:lvl7pPr marL="4114800" indent="0">
              <a:buNone/>
              <a:defRPr sz="2400"/>
            </a:lvl7pPr>
            <a:lvl8pPr marL="4800600" indent="0">
              <a:buNone/>
              <a:defRPr sz="2400"/>
            </a:lvl8pPr>
            <a:lvl9pPr marL="5486400" indent="0">
              <a:buNone/>
              <a:defRPr sz="24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978695" y="7240817"/>
            <a:ext cx="4410075" cy="988784"/>
          </a:xfrm>
        </p:spPr>
        <p:txBody>
          <a:bodyPr anchor="t">
            <a:normAutofit/>
          </a:bodyPr>
          <a:lstStyle>
            <a:lvl1pPr marL="0" indent="0">
              <a:buNone/>
              <a:defRPr sz="2100"/>
            </a:lvl1pPr>
            <a:lvl2pPr marL="685800" indent="0">
              <a:buNone/>
              <a:defRPr sz="1800"/>
            </a:lvl2pPr>
            <a:lvl3pPr marL="1371600" indent="0">
              <a:buNone/>
              <a:defRPr sz="1500"/>
            </a:lvl3pPr>
            <a:lvl4pPr marL="2057400" indent="0">
              <a:buNone/>
              <a:defRPr sz="1350"/>
            </a:lvl4pPr>
            <a:lvl5pPr marL="2743200" indent="0">
              <a:buNone/>
              <a:defRPr sz="1350"/>
            </a:lvl5pPr>
            <a:lvl6pPr marL="3429000" indent="0">
              <a:buNone/>
              <a:defRPr sz="1350"/>
            </a:lvl6pPr>
            <a:lvl7pPr marL="4114800" indent="0">
              <a:buNone/>
              <a:defRPr sz="1350"/>
            </a:lvl7pPr>
            <a:lvl8pPr marL="4800600" indent="0">
              <a:buNone/>
              <a:defRPr sz="1350"/>
            </a:lvl8pPr>
            <a:lvl9pPr marL="5486400" indent="0">
              <a:buNone/>
              <a:defRPr sz="13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34063" y="6376424"/>
            <a:ext cx="4395788" cy="864393"/>
          </a:xfrm>
        </p:spPr>
        <p:txBody>
          <a:bodyPr anchor="b">
            <a:noAutofit/>
          </a:bodyPr>
          <a:lstStyle>
            <a:lvl1pPr marL="0" indent="0">
              <a:buNone/>
              <a:defRPr sz="3600" b="0">
                <a:solidFill>
                  <a:schemeClr val="accent1"/>
                </a:solidFill>
              </a:defRPr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5834062" y="3314700"/>
            <a:ext cx="4395788" cy="2286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400"/>
            </a:lvl1pPr>
            <a:lvl2pPr marL="685800" indent="0">
              <a:buNone/>
              <a:defRPr sz="2400"/>
            </a:lvl2pPr>
            <a:lvl3pPr marL="1371600" indent="0">
              <a:buNone/>
              <a:defRPr sz="2400"/>
            </a:lvl3pPr>
            <a:lvl4pPr marL="2057400" indent="0">
              <a:buNone/>
              <a:defRPr sz="2400"/>
            </a:lvl4pPr>
            <a:lvl5pPr marL="2743200" indent="0">
              <a:buNone/>
              <a:defRPr sz="2400"/>
            </a:lvl5pPr>
            <a:lvl6pPr marL="3429000" indent="0">
              <a:buNone/>
              <a:defRPr sz="2400"/>
            </a:lvl6pPr>
            <a:lvl7pPr marL="4114800" indent="0">
              <a:buNone/>
              <a:defRPr sz="2400"/>
            </a:lvl7pPr>
            <a:lvl8pPr marL="4800600" indent="0">
              <a:buNone/>
              <a:defRPr sz="2400"/>
            </a:lvl8pPr>
            <a:lvl9pPr marL="5486400" indent="0">
              <a:buNone/>
              <a:defRPr sz="24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5832033" y="7240816"/>
            <a:ext cx="4401609" cy="988784"/>
          </a:xfrm>
        </p:spPr>
        <p:txBody>
          <a:bodyPr anchor="t">
            <a:normAutofit/>
          </a:bodyPr>
          <a:lstStyle>
            <a:lvl1pPr marL="0" indent="0">
              <a:buNone/>
              <a:defRPr sz="2100"/>
            </a:lvl1pPr>
            <a:lvl2pPr marL="685800" indent="0">
              <a:buNone/>
              <a:defRPr sz="1800"/>
            </a:lvl2pPr>
            <a:lvl3pPr marL="1371600" indent="0">
              <a:buNone/>
              <a:defRPr sz="1500"/>
            </a:lvl3pPr>
            <a:lvl4pPr marL="2057400" indent="0">
              <a:buNone/>
              <a:defRPr sz="1350"/>
            </a:lvl4pPr>
            <a:lvl5pPr marL="2743200" indent="0">
              <a:buNone/>
              <a:defRPr sz="1350"/>
            </a:lvl5pPr>
            <a:lvl6pPr marL="3429000" indent="0">
              <a:buNone/>
              <a:defRPr sz="1350"/>
            </a:lvl6pPr>
            <a:lvl7pPr marL="4114800" indent="0">
              <a:buNone/>
              <a:defRPr sz="1350"/>
            </a:lvl7pPr>
            <a:lvl8pPr marL="4800600" indent="0">
              <a:buNone/>
              <a:defRPr sz="1350"/>
            </a:lvl8pPr>
            <a:lvl9pPr marL="5486400" indent="0">
              <a:buNone/>
              <a:defRPr sz="13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10687051" y="6376424"/>
            <a:ext cx="4398170" cy="864393"/>
          </a:xfrm>
        </p:spPr>
        <p:txBody>
          <a:bodyPr anchor="b">
            <a:noAutofit/>
          </a:bodyPr>
          <a:lstStyle>
            <a:lvl1pPr marL="0" indent="0">
              <a:buNone/>
              <a:defRPr sz="3600" b="0">
                <a:solidFill>
                  <a:schemeClr val="accent1"/>
                </a:solidFill>
              </a:defRPr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10687049" y="3314700"/>
            <a:ext cx="4398170" cy="2286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400"/>
            </a:lvl1pPr>
            <a:lvl2pPr marL="685800" indent="0">
              <a:buNone/>
              <a:defRPr sz="2400"/>
            </a:lvl2pPr>
            <a:lvl3pPr marL="1371600" indent="0">
              <a:buNone/>
              <a:defRPr sz="2400"/>
            </a:lvl3pPr>
            <a:lvl4pPr marL="2057400" indent="0">
              <a:buNone/>
              <a:defRPr sz="2400"/>
            </a:lvl4pPr>
            <a:lvl5pPr marL="2743200" indent="0">
              <a:buNone/>
              <a:defRPr sz="2400"/>
            </a:lvl5pPr>
            <a:lvl6pPr marL="3429000" indent="0">
              <a:buNone/>
              <a:defRPr sz="2400"/>
            </a:lvl6pPr>
            <a:lvl7pPr marL="4114800" indent="0">
              <a:buNone/>
              <a:defRPr sz="2400"/>
            </a:lvl7pPr>
            <a:lvl8pPr marL="4800600" indent="0">
              <a:buNone/>
              <a:defRPr sz="2400"/>
            </a:lvl8pPr>
            <a:lvl9pPr marL="5486400" indent="0">
              <a:buNone/>
              <a:defRPr sz="24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10686863" y="7240813"/>
            <a:ext cx="4403996" cy="988784"/>
          </a:xfrm>
        </p:spPr>
        <p:txBody>
          <a:bodyPr anchor="t">
            <a:normAutofit/>
          </a:bodyPr>
          <a:lstStyle>
            <a:lvl1pPr marL="0" indent="0">
              <a:buNone/>
              <a:defRPr sz="2100"/>
            </a:lvl1pPr>
            <a:lvl2pPr marL="685800" indent="0">
              <a:buNone/>
              <a:defRPr sz="1800"/>
            </a:lvl2pPr>
            <a:lvl3pPr marL="1371600" indent="0">
              <a:buNone/>
              <a:defRPr sz="1500"/>
            </a:lvl3pPr>
            <a:lvl4pPr marL="2057400" indent="0">
              <a:buNone/>
              <a:defRPr sz="1350"/>
            </a:lvl4pPr>
            <a:lvl5pPr marL="2743200" indent="0">
              <a:buNone/>
              <a:defRPr sz="1350"/>
            </a:lvl5pPr>
            <a:lvl6pPr marL="3429000" indent="0">
              <a:buNone/>
              <a:defRPr sz="1350"/>
            </a:lvl6pPr>
            <a:lvl7pPr marL="4114800" indent="0">
              <a:buNone/>
              <a:defRPr sz="1350"/>
            </a:lvl7pPr>
            <a:lvl8pPr marL="4800600" indent="0">
              <a:buNone/>
              <a:defRPr sz="1350"/>
            </a:lvl8pPr>
            <a:lvl9pPr marL="5486400" indent="0">
              <a:buNone/>
              <a:defRPr sz="13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5589213" y="3200400"/>
            <a:ext cx="0" cy="59436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10443341" y="3200400"/>
            <a:ext cx="0" cy="5950323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12/19/2025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122572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555757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2456319" y="645320"/>
            <a:ext cx="2628902" cy="8739188"/>
          </a:xfrm>
        </p:spPr>
        <p:txBody>
          <a:bodyPr vert="eaVert" anchor="b" anchorCtr="0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78695" y="1331121"/>
            <a:ext cx="11134724" cy="8053386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30338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2000">
              <a:srgbClr val="002060">
                <a:lumMod val="54000"/>
              </a:srgbClr>
            </a:gs>
            <a:gs pos="0">
              <a:schemeClr val="bg1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44"/>
          <a:stretch/>
        </p:blipFill>
        <p:spPr>
          <a:xfrm>
            <a:off x="1" y="4004528"/>
            <a:ext cx="6053504" cy="6282473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4338521"/>
            <a:ext cx="2283618" cy="3548180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12913518" y="2514600"/>
            <a:ext cx="4229100" cy="42291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7000"/>
                </a:schemeClr>
              </a:gs>
              <a:gs pos="69000">
                <a:schemeClr val="accent5">
                  <a:alpha val="0"/>
                </a:schemeClr>
              </a:gs>
              <a:gs pos="36000">
                <a:schemeClr val="accent5"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11999119" y="1"/>
            <a:ext cx="2405081" cy="1712111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12913518" y="9144000"/>
            <a:ext cx="1490601" cy="1143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5656718" y="0"/>
            <a:ext cx="1028700" cy="1714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69167" y="679077"/>
            <a:ext cx="14107085" cy="210079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54969" y="3079378"/>
            <a:ext cx="13419812" cy="62932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5233459" y="2686052"/>
            <a:ext cx="1485899" cy="4571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65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13427360" y="4837946"/>
            <a:ext cx="5789693" cy="45720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65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528811" y="443594"/>
            <a:ext cx="1257299" cy="115153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42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841546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64" r:id="rId1"/>
    <p:sldLayoutId id="2147483865" r:id="rId2"/>
    <p:sldLayoutId id="2147483866" r:id="rId3"/>
    <p:sldLayoutId id="2147483867" r:id="rId4"/>
    <p:sldLayoutId id="2147483868" r:id="rId5"/>
    <p:sldLayoutId id="2147483869" r:id="rId6"/>
    <p:sldLayoutId id="2147483870" r:id="rId7"/>
    <p:sldLayoutId id="2147483871" r:id="rId8"/>
    <p:sldLayoutId id="2147483872" r:id="rId9"/>
    <p:sldLayoutId id="2147483873" r:id="rId10"/>
    <p:sldLayoutId id="2147483874" r:id="rId11"/>
    <p:sldLayoutId id="2147483875" r:id="rId12"/>
    <p:sldLayoutId id="2147483876" r:id="rId13"/>
    <p:sldLayoutId id="2147483877" r:id="rId14"/>
    <p:sldLayoutId id="2147483878" r:id="rId15"/>
    <p:sldLayoutId id="2147483879" r:id="rId16"/>
    <p:sldLayoutId id="2147483880" r:id="rId17"/>
  </p:sldLayoutIdLst>
  <p:txStyles>
    <p:titleStyle>
      <a:lvl1pPr algn="l" defTabSz="685800" rtl="0" eaLnBrk="1" latinLnBrk="0" hangingPunct="1">
        <a:spcBef>
          <a:spcPct val="0"/>
        </a:spcBef>
        <a:buNone/>
        <a:defRPr sz="63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514350" indent="-514350" algn="l" defTabSz="685800" rtl="0" eaLnBrk="1" latinLnBrk="0" hangingPunct="1">
        <a:spcBef>
          <a:spcPts val="15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3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1114425" indent="-428625" algn="l" defTabSz="685800" rtl="0" eaLnBrk="1" latinLnBrk="0" hangingPunct="1">
        <a:spcBef>
          <a:spcPts val="15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27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714500" indent="-342900" algn="l" defTabSz="685800" rtl="0" eaLnBrk="1" latinLnBrk="0" hangingPunct="1">
        <a:spcBef>
          <a:spcPts val="15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24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2400300" indent="-342900" algn="l" defTabSz="685800" rtl="0" eaLnBrk="1" latinLnBrk="0" hangingPunct="1">
        <a:spcBef>
          <a:spcPts val="15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21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3086100" indent="-342900" algn="l" defTabSz="685800" rtl="0" eaLnBrk="1" latinLnBrk="0" hangingPunct="1">
        <a:spcBef>
          <a:spcPts val="15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21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3771900" indent="-342900" algn="l" defTabSz="685800" rtl="0" eaLnBrk="1" latinLnBrk="0" hangingPunct="1">
        <a:spcBef>
          <a:spcPts val="15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21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4457700" indent="-342900" algn="l" defTabSz="685800" rtl="0" eaLnBrk="1" latinLnBrk="0" hangingPunct="1">
        <a:spcBef>
          <a:spcPts val="15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21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5143500" indent="-342900" algn="l" defTabSz="685800" rtl="0" eaLnBrk="1" latinLnBrk="0" hangingPunct="1">
        <a:spcBef>
          <a:spcPts val="15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21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5829300" indent="-342900" algn="l" defTabSz="685800" rtl="0" eaLnBrk="1" latinLnBrk="0" hangingPunct="1">
        <a:spcBef>
          <a:spcPts val="15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21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4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48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64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4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g"/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sv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/>
          <p:cNvSpPr txBox="1"/>
          <p:nvPr/>
        </p:nvSpPr>
        <p:spPr>
          <a:xfrm>
            <a:off x="1814834" y="284142"/>
            <a:ext cx="14263366" cy="8616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547"/>
              </a:lnSpc>
            </a:pPr>
            <a:r>
              <a:rPr lang="en-US" sz="2533" spc="50" dirty="0">
                <a:solidFill>
                  <a:srgbClr val="F0F0EE">
                    <a:alpha val="66667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МИНИСТЕРСТВО ОБРАЗОВАНИЯ СВЕРДЛОВСКОЙ ОБЛАСТИ</a:t>
            </a:r>
          </a:p>
          <a:p>
            <a:pPr>
              <a:lnSpc>
                <a:spcPts val="3547"/>
              </a:lnSpc>
            </a:pPr>
            <a:r>
              <a:rPr lang="en-US" sz="2533" spc="50" dirty="0">
                <a:solidFill>
                  <a:srgbClr val="F0F0EE">
                    <a:alpha val="66667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ГАПОУ СО «ЕКАТЕРИНБУРГСКИЙ КОЛЛЕДЖ ТРАНСПОРТНОГО СТРОИТЕЛЬСТВА»</a:t>
            </a:r>
          </a:p>
        </p:txBody>
      </p:sp>
      <p:sp>
        <p:nvSpPr>
          <p:cNvPr id="6" name="AutoShape 6"/>
          <p:cNvSpPr/>
          <p:nvPr/>
        </p:nvSpPr>
        <p:spPr>
          <a:xfrm>
            <a:off x="0" y="233162"/>
            <a:ext cx="1593814" cy="1862337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7" name="TextBox 7"/>
          <p:cNvSpPr txBox="1"/>
          <p:nvPr/>
        </p:nvSpPr>
        <p:spPr>
          <a:xfrm>
            <a:off x="1814834" y="2651126"/>
            <a:ext cx="14568166" cy="38856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0123"/>
              </a:lnSpc>
            </a:pPr>
            <a:r>
              <a:rPr lang="ru-RU" sz="9600" spc="-414" dirty="0">
                <a:solidFill>
                  <a:srgbClr val="F0F0E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Создать приложение для база данных «Университеты</a:t>
            </a:r>
          </a:p>
          <a:p>
            <a:pPr>
              <a:lnSpc>
                <a:spcPts val="10123"/>
              </a:lnSpc>
            </a:pPr>
            <a:r>
              <a:rPr lang="ru-RU" sz="9600" spc="-414" dirty="0">
                <a:solidFill>
                  <a:srgbClr val="F0F0E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Белоруссии»</a:t>
            </a:r>
            <a:endParaRPr lang="en-US" sz="9600" spc="-414" dirty="0">
              <a:solidFill>
                <a:srgbClr val="F0F0E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8" name="Group 8"/>
          <p:cNvGrpSpPr/>
          <p:nvPr/>
        </p:nvGrpSpPr>
        <p:grpSpPr>
          <a:xfrm>
            <a:off x="285873" y="537501"/>
            <a:ext cx="1022067" cy="1289476"/>
            <a:chOff x="0" y="0"/>
            <a:chExt cx="1362756" cy="1719301"/>
          </a:xfrm>
        </p:grpSpPr>
        <p:pic>
          <p:nvPicPr>
            <p:cNvPr id="9" name="Picture 9"/>
            <p:cNvPicPr>
              <a:picLocks noChangeAspect="1"/>
            </p:cNvPicPr>
            <p:nvPr/>
          </p:nvPicPr>
          <p:blipFill>
            <a:blip r:embed="rId2" cstate="print"/>
            <a:srcRect t="10179" b="10179"/>
            <a:stretch>
              <a:fillRect/>
            </a:stretch>
          </p:blipFill>
          <p:spPr>
            <a:xfrm>
              <a:off x="0" y="0"/>
              <a:ext cx="1362756" cy="1719301"/>
            </a:xfrm>
            <a:prstGeom prst="rect">
              <a:avLst/>
            </a:prstGeom>
          </p:spPr>
        </p:pic>
      </p:grpSp>
      <p:sp>
        <p:nvSpPr>
          <p:cNvPr id="10" name="TextBox 10"/>
          <p:cNvSpPr txBox="1"/>
          <p:nvPr/>
        </p:nvSpPr>
        <p:spPr>
          <a:xfrm>
            <a:off x="285873" y="8182942"/>
            <a:ext cx="9831178" cy="18456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739"/>
              </a:lnSpc>
              <a:spcBef>
                <a:spcPct val="0"/>
              </a:spcBef>
            </a:pPr>
            <a:r>
              <a:rPr lang="en-US" sz="2671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Работу</a:t>
            </a:r>
            <a:r>
              <a:rPr lang="en-US" sz="267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71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выполнил</a:t>
            </a:r>
            <a:r>
              <a:rPr lang="ru-RU" sz="267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ru-RU" sz="2671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Хворенков</a:t>
            </a:r>
            <a:r>
              <a:rPr lang="ru-RU" sz="267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Антон</a:t>
            </a:r>
            <a:endParaRPr lang="en-US" sz="2671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ts val="3739"/>
              </a:lnSpc>
              <a:spcBef>
                <a:spcPct val="0"/>
              </a:spcBef>
            </a:pPr>
            <a:r>
              <a:rPr lang="en-US" sz="2671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Руководитель</a:t>
            </a:r>
            <a:r>
              <a:rPr lang="en-US" sz="267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ru-RU" sz="267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Мирошниченко Г.В.</a:t>
            </a:r>
            <a:endParaRPr lang="en-US" sz="2671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ts val="3739"/>
              </a:lnSpc>
              <a:spcBef>
                <a:spcPct val="0"/>
              </a:spcBef>
            </a:pPr>
            <a:r>
              <a:rPr lang="en-US" sz="2671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Группа</a:t>
            </a:r>
            <a:r>
              <a:rPr lang="en-US" sz="267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Пр-3</a:t>
            </a:r>
            <a:r>
              <a:rPr lang="ru-RU" sz="267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en-US" sz="2671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ts val="3739"/>
              </a:lnSpc>
              <a:spcBef>
                <a:spcPct val="0"/>
              </a:spcBef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3479103" y="805503"/>
            <a:ext cx="11329791" cy="977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527"/>
              </a:lnSpc>
            </a:pPr>
            <a:r>
              <a:rPr lang="en-US" sz="6843" dirty="0">
                <a:solidFill>
                  <a:srgbClr val="F0F0E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 </a:t>
            </a:r>
            <a:r>
              <a:rPr lang="en-US" sz="6843" dirty="0" err="1">
                <a:solidFill>
                  <a:srgbClr val="F0F0E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разработке</a:t>
            </a:r>
            <a:endParaRPr lang="en-US" sz="6843" dirty="0">
              <a:solidFill>
                <a:srgbClr val="F0F0E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1703905" y="2106714"/>
            <a:ext cx="14988705" cy="30267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94"/>
              </a:lnSpc>
            </a:pPr>
            <a:r>
              <a:rPr lang="ru-RU" sz="3424" dirty="0">
                <a:solidFill>
                  <a:srgbClr val="F0F0E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Программа предназначена для предоставления информации об университетах Беларуси. Продукт позволяет увидеть список университетов, их сайты и области. Данная разработка — это программный комплекс, предназначенный для отслеживания информации об университетах, специальностях, студентах и преподавателях.</a:t>
            </a:r>
            <a:endParaRPr lang="en-US" sz="3424" dirty="0">
              <a:solidFill>
                <a:srgbClr val="F0F0E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2532850" y="8711347"/>
            <a:ext cx="3842667" cy="5469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</a:pPr>
            <a:r>
              <a:rPr lang="ru-RU" sz="3200" dirty="0">
                <a:solidFill>
                  <a:srgbClr val="F0F0E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Запись данных</a:t>
            </a:r>
            <a:endParaRPr lang="en-US" sz="3200" dirty="0">
              <a:solidFill>
                <a:srgbClr val="F0F0E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7256102" y="8711347"/>
            <a:ext cx="3842667" cy="5469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 dirty="0" err="1">
                <a:solidFill>
                  <a:srgbClr val="F0F0E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Система</a:t>
            </a:r>
            <a:r>
              <a:rPr lang="ru-RU" sz="3200" dirty="0">
                <a:solidFill>
                  <a:srgbClr val="F0F0E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ролей</a:t>
            </a:r>
            <a:endParaRPr lang="en-US" sz="3200" dirty="0">
              <a:solidFill>
                <a:srgbClr val="F0F0E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12000177" y="8711347"/>
            <a:ext cx="3842667" cy="5469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 dirty="0" err="1">
                <a:solidFill>
                  <a:srgbClr val="F0F0E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Картотека</a:t>
            </a:r>
            <a:endParaRPr lang="en-US" sz="3200" dirty="0">
              <a:solidFill>
                <a:srgbClr val="F0F0E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" name="Рисунок 19" descr="Изображение выглядит как черный, темнот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EB9D9DE7-6A45-8F27-F332-F0ECB1E0DC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6383" y="5780927"/>
            <a:ext cx="2895600" cy="2895600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</p:pic>
      <p:pic>
        <p:nvPicPr>
          <p:cNvPr id="22" name="Рисунок 21" descr="Изображение выглядит как черный, темнот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41DD32DD-9346-58DA-AD3E-E7D7EE259E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6199" y="5780924"/>
            <a:ext cx="2895601" cy="2895601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</p:pic>
      <p:pic>
        <p:nvPicPr>
          <p:cNvPr id="24" name="Рисунок 23" descr="Изображение выглядит как черный, темнот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C2AF99E0-8CAF-2CE9-173D-04D3AE2E11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73709" y="5828445"/>
            <a:ext cx="2895602" cy="2895602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CEE97D-2B74-F5D1-7BE1-42140159A0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4A873AD3-1172-2916-BB37-02690CCE1934}"/>
              </a:ext>
            </a:extLst>
          </p:cNvPr>
          <p:cNvSpPr txBox="1"/>
          <p:nvPr/>
        </p:nvSpPr>
        <p:spPr>
          <a:xfrm>
            <a:off x="5295900" y="723900"/>
            <a:ext cx="7696200" cy="104099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510"/>
              </a:lnSpc>
            </a:pPr>
            <a:r>
              <a:rPr lang="en-US" sz="6600" spc="-170" dirty="0" err="1">
                <a:solidFill>
                  <a:srgbClr val="F0F0E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Цели</a:t>
            </a:r>
            <a:r>
              <a:rPr lang="en-US" sz="6600" spc="-170" dirty="0">
                <a:solidFill>
                  <a:srgbClr val="F0F0E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lang="en-US" sz="6600" spc="-170" dirty="0" err="1">
                <a:solidFill>
                  <a:srgbClr val="F0F0E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задачи</a:t>
            </a:r>
            <a:r>
              <a:rPr lang="en-US" sz="6600" spc="-170" dirty="0">
                <a:solidFill>
                  <a:srgbClr val="F0F0E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spc="-170" dirty="0" err="1">
                <a:solidFill>
                  <a:srgbClr val="F0F0E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проекта</a:t>
            </a:r>
            <a:endParaRPr lang="en-US" sz="6600" spc="-170" dirty="0">
              <a:solidFill>
                <a:srgbClr val="F0F0E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1">
            <a:extLst>
              <a:ext uri="{FF2B5EF4-FFF2-40B4-BE49-F238E27FC236}">
                <a16:creationId xmlns:a16="http://schemas.microsoft.com/office/drawing/2014/main" id="{19A28849-594F-2E66-BC09-B28F5078327A}"/>
              </a:ext>
            </a:extLst>
          </p:cNvPr>
          <p:cNvSpPr txBox="1"/>
          <p:nvPr/>
        </p:nvSpPr>
        <p:spPr>
          <a:xfrm>
            <a:off x="1828800" y="4572612"/>
            <a:ext cx="10677625" cy="4486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762"/>
              </a:lnSpc>
              <a:spcBef>
                <a:spcPct val="0"/>
              </a:spcBef>
            </a:pPr>
            <a:r>
              <a:rPr lang="en-US" sz="2687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Изучить</a:t>
            </a:r>
            <a:r>
              <a:rPr lang="en-US" sz="2687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87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актуальную</a:t>
            </a:r>
            <a:r>
              <a:rPr lang="en-US" sz="2687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87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информацию</a:t>
            </a:r>
            <a:r>
              <a:rPr lang="en-US" sz="2687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87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</a:t>
            </a:r>
            <a:r>
              <a:rPr lang="en-US" sz="2687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87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области</a:t>
            </a:r>
            <a:r>
              <a:rPr lang="en-US" sz="2687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87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данной</a:t>
            </a:r>
            <a:r>
              <a:rPr lang="en-US" sz="2687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87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задачи</a:t>
            </a:r>
            <a:endParaRPr lang="en-US" sz="2687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12">
            <a:extLst>
              <a:ext uri="{FF2B5EF4-FFF2-40B4-BE49-F238E27FC236}">
                <a16:creationId xmlns:a16="http://schemas.microsoft.com/office/drawing/2014/main" id="{4299F8E6-E49B-663E-F1C7-FE3D1B2EF351}"/>
              </a:ext>
            </a:extLst>
          </p:cNvPr>
          <p:cNvSpPr txBox="1"/>
          <p:nvPr/>
        </p:nvSpPr>
        <p:spPr>
          <a:xfrm>
            <a:off x="1828800" y="5372476"/>
            <a:ext cx="10677625" cy="4486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762"/>
              </a:lnSpc>
              <a:spcBef>
                <a:spcPct val="0"/>
              </a:spcBef>
            </a:pPr>
            <a:r>
              <a:rPr lang="en-US" sz="2687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Подобрать</a:t>
            </a:r>
            <a:r>
              <a:rPr lang="en-US" sz="2687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87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средства</a:t>
            </a:r>
            <a:r>
              <a:rPr lang="en-US" sz="2687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87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для</a:t>
            </a:r>
            <a:r>
              <a:rPr lang="en-US" sz="2687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87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разработки</a:t>
            </a:r>
            <a:r>
              <a:rPr lang="en-US" sz="2687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87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программного</a:t>
            </a:r>
            <a:r>
              <a:rPr lang="en-US" sz="2687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87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продукта</a:t>
            </a:r>
            <a:endParaRPr lang="en-US" sz="2687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13">
            <a:extLst>
              <a:ext uri="{FF2B5EF4-FFF2-40B4-BE49-F238E27FC236}">
                <a16:creationId xmlns:a16="http://schemas.microsoft.com/office/drawing/2014/main" id="{97F01FD7-C3B1-8638-2C11-D649C039138B}"/>
              </a:ext>
            </a:extLst>
          </p:cNvPr>
          <p:cNvSpPr txBox="1"/>
          <p:nvPr/>
        </p:nvSpPr>
        <p:spPr>
          <a:xfrm>
            <a:off x="1828800" y="6120505"/>
            <a:ext cx="10677625" cy="4486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762"/>
              </a:lnSpc>
              <a:spcBef>
                <a:spcPct val="0"/>
              </a:spcBef>
            </a:pPr>
            <a:r>
              <a:rPr lang="en-US" sz="2687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Подобрать</a:t>
            </a:r>
            <a:r>
              <a:rPr lang="en-US" sz="2687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87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наиболее</a:t>
            </a:r>
            <a:r>
              <a:rPr lang="en-US" sz="2687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87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удобный</a:t>
            </a:r>
            <a:r>
              <a:rPr lang="en-US" sz="2687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87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для</a:t>
            </a:r>
            <a:r>
              <a:rPr lang="en-US" sz="2687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87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пользователя</a:t>
            </a:r>
            <a:r>
              <a:rPr lang="en-US" sz="2687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87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дизайн</a:t>
            </a:r>
            <a:endParaRPr lang="en-US" sz="2687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14">
            <a:extLst>
              <a:ext uri="{FF2B5EF4-FFF2-40B4-BE49-F238E27FC236}">
                <a16:creationId xmlns:a16="http://schemas.microsoft.com/office/drawing/2014/main" id="{736C4364-7B97-2ACE-5BE7-B8A81E3F65B2}"/>
              </a:ext>
            </a:extLst>
          </p:cNvPr>
          <p:cNvSpPr txBox="1"/>
          <p:nvPr/>
        </p:nvSpPr>
        <p:spPr>
          <a:xfrm>
            <a:off x="1828800" y="6807439"/>
            <a:ext cx="10677625" cy="4462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762"/>
              </a:lnSpc>
              <a:spcBef>
                <a:spcPct val="0"/>
              </a:spcBef>
            </a:pPr>
            <a:r>
              <a:rPr lang="en-US" sz="2687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Учесть</a:t>
            </a:r>
            <a:r>
              <a:rPr lang="en-US" sz="2687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87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требования</a:t>
            </a:r>
            <a:r>
              <a:rPr lang="en-US" sz="2687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к </a:t>
            </a:r>
            <a:r>
              <a:rPr lang="en-US" sz="2687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задаче</a:t>
            </a:r>
            <a:r>
              <a:rPr lang="en-US" sz="2687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lang="en-US" sz="2687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разработать</a:t>
            </a:r>
            <a:r>
              <a:rPr lang="en-US" sz="2687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87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подобранный</a:t>
            </a:r>
            <a:r>
              <a:rPr lang="en-US" sz="2687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87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интерфейс</a:t>
            </a:r>
            <a:endParaRPr lang="en-US" sz="2687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0" name="Group 15">
            <a:extLst>
              <a:ext uri="{FF2B5EF4-FFF2-40B4-BE49-F238E27FC236}">
                <a16:creationId xmlns:a16="http://schemas.microsoft.com/office/drawing/2014/main" id="{5148B9C7-C074-2476-4352-4114FDDDE927}"/>
              </a:ext>
            </a:extLst>
          </p:cNvPr>
          <p:cNvGrpSpPr/>
          <p:nvPr/>
        </p:nvGrpSpPr>
        <p:grpSpPr>
          <a:xfrm>
            <a:off x="1474670" y="4720733"/>
            <a:ext cx="200025" cy="200025"/>
            <a:chOff x="0" y="0"/>
            <a:chExt cx="1913890" cy="1913890"/>
          </a:xfrm>
        </p:grpSpPr>
        <p:sp>
          <p:nvSpPr>
            <p:cNvPr id="18" name="Freeform 16">
              <a:extLst>
                <a:ext uri="{FF2B5EF4-FFF2-40B4-BE49-F238E27FC236}">
                  <a16:creationId xmlns:a16="http://schemas.microsoft.com/office/drawing/2014/main" id="{3EA8B6CF-7ECC-3E12-36BC-C5E3AA8E3FAF}"/>
                </a:ext>
              </a:extLst>
            </p:cNvPr>
            <p:cNvSpPr/>
            <p:nvPr/>
          </p:nvSpPr>
          <p:spPr>
            <a:xfrm>
              <a:off x="0" y="0"/>
              <a:ext cx="1913890" cy="1913890"/>
            </a:xfrm>
            <a:custGeom>
              <a:avLst/>
              <a:gdLst/>
              <a:ahLst/>
              <a:cxnLst/>
              <a:rect l="l" t="t" r="r" b="b"/>
              <a:pathLst>
                <a:path w="1913890" h="1913890">
                  <a:moveTo>
                    <a:pt x="0" y="0"/>
                  </a:moveTo>
                  <a:lnTo>
                    <a:pt x="0" y="1913890"/>
                  </a:lnTo>
                  <a:lnTo>
                    <a:pt x="1913890" y="1913890"/>
                  </a:lnTo>
                  <a:lnTo>
                    <a:pt x="1913890" y="0"/>
                  </a:lnTo>
                  <a:lnTo>
                    <a:pt x="0" y="0"/>
                  </a:lnTo>
                  <a:close/>
                  <a:moveTo>
                    <a:pt x="1852930" y="1852930"/>
                  </a:moveTo>
                  <a:lnTo>
                    <a:pt x="59690" y="1852930"/>
                  </a:lnTo>
                  <a:lnTo>
                    <a:pt x="59690" y="59690"/>
                  </a:lnTo>
                  <a:lnTo>
                    <a:pt x="1852930" y="59690"/>
                  </a:lnTo>
                  <a:lnTo>
                    <a:pt x="1852930" y="185293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9" name="Group 17">
            <a:extLst>
              <a:ext uri="{FF2B5EF4-FFF2-40B4-BE49-F238E27FC236}">
                <a16:creationId xmlns:a16="http://schemas.microsoft.com/office/drawing/2014/main" id="{1CF501A9-B2D9-0A88-0394-6D2C14CCFF8E}"/>
              </a:ext>
            </a:extLst>
          </p:cNvPr>
          <p:cNvGrpSpPr/>
          <p:nvPr/>
        </p:nvGrpSpPr>
        <p:grpSpPr>
          <a:xfrm>
            <a:off x="1474670" y="5520597"/>
            <a:ext cx="200025" cy="200025"/>
            <a:chOff x="0" y="0"/>
            <a:chExt cx="1913890" cy="1913890"/>
          </a:xfrm>
        </p:grpSpPr>
        <p:sp>
          <p:nvSpPr>
            <p:cNvPr id="20" name="Freeform 18">
              <a:extLst>
                <a:ext uri="{FF2B5EF4-FFF2-40B4-BE49-F238E27FC236}">
                  <a16:creationId xmlns:a16="http://schemas.microsoft.com/office/drawing/2014/main" id="{3A844F5B-A91C-736B-8F88-AFB6548BA3CF}"/>
                </a:ext>
              </a:extLst>
            </p:cNvPr>
            <p:cNvSpPr/>
            <p:nvPr/>
          </p:nvSpPr>
          <p:spPr>
            <a:xfrm>
              <a:off x="0" y="0"/>
              <a:ext cx="1913890" cy="1913890"/>
            </a:xfrm>
            <a:custGeom>
              <a:avLst/>
              <a:gdLst/>
              <a:ahLst/>
              <a:cxnLst/>
              <a:rect l="l" t="t" r="r" b="b"/>
              <a:pathLst>
                <a:path w="1913890" h="1913890">
                  <a:moveTo>
                    <a:pt x="0" y="0"/>
                  </a:moveTo>
                  <a:lnTo>
                    <a:pt x="0" y="1913890"/>
                  </a:lnTo>
                  <a:lnTo>
                    <a:pt x="1913890" y="1913890"/>
                  </a:lnTo>
                  <a:lnTo>
                    <a:pt x="1913890" y="0"/>
                  </a:lnTo>
                  <a:lnTo>
                    <a:pt x="0" y="0"/>
                  </a:lnTo>
                  <a:close/>
                  <a:moveTo>
                    <a:pt x="1852930" y="1852930"/>
                  </a:moveTo>
                  <a:lnTo>
                    <a:pt x="59690" y="1852930"/>
                  </a:lnTo>
                  <a:lnTo>
                    <a:pt x="59690" y="59690"/>
                  </a:lnTo>
                  <a:lnTo>
                    <a:pt x="1852930" y="59690"/>
                  </a:lnTo>
                  <a:lnTo>
                    <a:pt x="1852930" y="185293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21" name="Group 19">
            <a:extLst>
              <a:ext uri="{FF2B5EF4-FFF2-40B4-BE49-F238E27FC236}">
                <a16:creationId xmlns:a16="http://schemas.microsoft.com/office/drawing/2014/main" id="{9855752D-B530-9A91-5251-02A8DEE0389D}"/>
              </a:ext>
            </a:extLst>
          </p:cNvPr>
          <p:cNvGrpSpPr/>
          <p:nvPr/>
        </p:nvGrpSpPr>
        <p:grpSpPr>
          <a:xfrm>
            <a:off x="1474670" y="6268626"/>
            <a:ext cx="200025" cy="200025"/>
            <a:chOff x="0" y="0"/>
            <a:chExt cx="1913890" cy="1913890"/>
          </a:xfrm>
        </p:grpSpPr>
        <p:sp>
          <p:nvSpPr>
            <p:cNvPr id="22" name="Freeform 20">
              <a:extLst>
                <a:ext uri="{FF2B5EF4-FFF2-40B4-BE49-F238E27FC236}">
                  <a16:creationId xmlns:a16="http://schemas.microsoft.com/office/drawing/2014/main" id="{CD316AC5-0CF8-0E58-B8D2-FC6906A75BD2}"/>
                </a:ext>
              </a:extLst>
            </p:cNvPr>
            <p:cNvSpPr/>
            <p:nvPr/>
          </p:nvSpPr>
          <p:spPr>
            <a:xfrm>
              <a:off x="0" y="0"/>
              <a:ext cx="1913890" cy="1913890"/>
            </a:xfrm>
            <a:custGeom>
              <a:avLst/>
              <a:gdLst/>
              <a:ahLst/>
              <a:cxnLst/>
              <a:rect l="l" t="t" r="r" b="b"/>
              <a:pathLst>
                <a:path w="1913890" h="1913890">
                  <a:moveTo>
                    <a:pt x="0" y="0"/>
                  </a:moveTo>
                  <a:lnTo>
                    <a:pt x="0" y="1913890"/>
                  </a:lnTo>
                  <a:lnTo>
                    <a:pt x="1913890" y="1913890"/>
                  </a:lnTo>
                  <a:lnTo>
                    <a:pt x="1913890" y="0"/>
                  </a:lnTo>
                  <a:lnTo>
                    <a:pt x="0" y="0"/>
                  </a:lnTo>
                  <a:close/>
                  <a:moveTo>
                    <a:pt x="1852930" y="1852930"/>
                  </a:moveTo>
                  <a:lnTo>
                    <a:pt x="59690" y="1852930"/>
                  </a:lnTo>
                  <a:lnTo>
                    <a:pt x="59690" y="59690"/>
                  </a:lnTo>
                  <a:lnTo>
                    <a:pt x="1852930" y="59690"/>
                  </a:lnTo>
                  <a:lnTo>
                    <a:pt x="1852930" y="185293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23" name="Group 21">
            <a:extLst>
              <a:ext uri="{FF2B5EF4-FFF2-40B4-BE49-F238E27FC236}">
                <a16:creationId xmlns:a16="http://schemas.microsoft.com/office/drawing/2014/main" id="{1609C978-097B-3E84-9BB8-52A165FC27F1}"/>
              </a:ext>
            </a:extLst>
          </p:cNvPr>
          <p:cNvGrpSpPr/>
          <p:nvPr/>
        </p:nvGrpSpPr>
        <p:grpSpPr>
          <a:xfrm>
            <a:off x="1474670" y="6930533"/>
            <a:ext cx="200025" cy="200025"/>
            <a:chOff x="0" y="0"/>
            <a:chExt cx="1913890" cy="1913890"/>
          </a:xfrm>
        </p:grpSpPr>
        <p:sp>
          <p:nvSpPr>
            <p:cNvPr id="24" name="Freeform 22">
              <a:extLst>
                <a:ext uri="{FF2B5EF4-FFF2-40B4-BE49-F238E27FC236}">
                  <a16:creationId xmlns:a16="http://schemas.microsoft.com/office/drawing/2014/main" id="{B4730172-BEEE-BEAC-4FC7-458CEB100B8A}"/>
                </a:ext>
              </a:extLst>
            </p:cNvPr>
            <p:cNvSpPr/>
            <p:nvPr/>
          </p:nvSpPr>
          <p:spPr>
            <a:xfrm>
              <a:off x="0" y="0"/>
              <a:ext cx="1913890" cy="1913890"/>
            </a:xfrm>
            <a:custGeom>
              <a:avLst/>
              <a:gdLst/>
              <a:ahLst/>
              <a:cxnLst/>
              <a:rect l="l" t="t" r="r" b="b"/>
              <a:pathLst>
                <a:path w="1913890" h="1913890">
                  <a:moveTo>
                    <a:pt x="0" y="0"/>
                  </a:moveTo>
                  <a:lnTo>
                    <a:pt x="0" y="1913890"/>
                  </a:lnTo>
                  <a:lnTo>
                    <a:pt x="1913890" y="1913890"/>
                  </a:lnTo>
                  <a:lnTo>
                    <a:pt x="1913890" y="0"/>
                  </a:lnTo>
                  <a:lnTo>
                    <a:pt x="0" y="0"/>
                  </a:lnTo>
                  <a:close/>
                  <a:moveTo>
                    <a:pt x="1852930" y="1852930"/>
                  </a:moveTo>
                  <a:lnTo>
                    <a:pt x="59690" y="1852930"/>
                  </a:lnTo>
                  <a:lnTo>
                    <a:pt x="59690" y="59690"/>
                  </a:lnTo>
                  <a:lnTo>
                    <a:pt x="1852930" y="59690"/>
                  </a:lnTo>
                  <a:lnTo>
                    <a:pt x="1852930" y="185293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D2E619F3-1826-439E-939B-7E7158A256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877800" y="5471232"/>
            <a:ext cx="4293279" cy="429327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8B04770-632D-41D9-9468-A5F91AF5D4CA}"/>
              </a:ext>
            </a:extLst>
          </p:cNvPr>
          <p:cNvSpPr txBox="1"/>
          <p:nvPr/>
        </p:nvSpPr>
        <p:spPr>
          <a:xfrm>
            <a:off x="1706541" y="2648565"/>
            <a:ext cx="1368415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dirty="0"/>
              <a:t>Цель</a:t>
            </a:r>
            <a:r>
              <a:rPr lang="en-US" sz="2400" b="1" dirty="0"/>
              <a:t>: </a:t>
            </a:r>
            <a:r>
              <a:rPr lang="ru-RU" sz="2400" dirty="0"/>
              <a:t>Реализовать приложение для просмотра информации о Белорусских колледжах с возможностью добавлять специальности, студентов и преподавателей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C1CC621-441B-4222-8C86-39E5AE85E8C2}"/>
              </a:ext>
            </a:extLst>
          </p:cNvPr>
          <p:cNvSpPr txBox="1"/>
          <p:nvPr/>
        </p:nvSpPr>
        <p:spPr>
          <a:xfrm>
            <a:off x="1828800" y="3873781"/>
            <a:ext cx="14879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800" dirty="0"/>
              <a:t>Задачи</a:t>
            </a:r>
          </a:p>
        </p:txBody>
      </p:sp>
    </p:spTree>
    <p:extLst>
      <p:ext uri="{BB962C8B-B14F-4D97-AF65-F5344CB8AC3E}">
        <p14:creationId xmlns:p14="http://schemas.microsoft.com/office/powerpoint/2010/main" val="25381900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DD26AA-B05D-C616-D5EA-D3801011AD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4">
            <a:extLst>
              <a:ext uri="{FF2B5EF4-FFF2-40B4-BE49-F238E27FC236}">
                <a16:creationId xmlns:a16="http://schemas.microsoft.com/office/drawing/2014/main" id="{D02D0700-B689-344F-79B5-FEE384998791}"/>
              </a:ext>
            </a:extLst>
          </p:cNvPr>
          <p:cNvSpPr txBox="1"/>
          <p:nvPr/>
        </p:nvSpPr>
        <p:spPr>
          <a:xfrm>
            <a:off x="2743200" y="2324100"/>
            <a:ext cx="7232119" cy="546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200"/>
              </a:lnSpc>
            </a:pPr>
            <a:r>
              <a:rPr lang="ru-RU" sz="4200" spc="-84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АДАПТАЦИЯ</a:t>
            </a:r>
            <a:endParaRPr lang="en-US" sz="4200" spc="-84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5">
            <a:extLst>
              <a:ext uri="{FF2B5EF4-FFF2-40B4-BE49-F238E27FC236}">
                <a16:creationId xmlns:a16="http://schemas.microsoft.com/office/drawing/2014/main" id="{C818E71D-E4F2-C2C3-3341-94579CFA637E}"/>
              </a:ext>
            </a:extLst>
          </p:cNvPr>
          <p:cNvSpPr txBox="1"/>
          <p:nvPr/>
        </p:nvSpPr>
        <p:spPr>
          <a:xfrm>
            <a:off x="2758990" y="2838524"/>
            <a:ext cx="10525483" cy="9825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954"/>
              </a:lnSpc>
            </a:pPr>
            <a:r>
              <a:rPr lang="ru-RU" sz="2824" spc="56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Простой и понятный интерфейс который не вызывает дискомфорта при пользовании приложением</a:t>
            </a:r>
            <a:endParaRPr lang="en-US" sz="2824" spc="56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3" name="Group 16">
            <a:extLst>
              <a:ext uri="{FF2B5EF4-FFF2-40B4-BE49-F238E27FC236}">
                <a16:creationId xmlns:a16="http://schemas.microsoft.com/office/drawing/2014/main" id="{057E33B1-6FA4-349F-12C2-347B19A16662}"/>
              </a:ext>
            </a:extLst>
          </p:cNvPr>
          <p:cNvGrpSpPr/>
          <p:nvPr/>
        </p:nvGrpSpPr>
        <p:grpSpPr>
          <a:xfrm>
            <a:off x="2717104" y="4347146"/>
            <a:ext cx="8890199" cy="1730826"/>
            <a:chOff x="0" y="66675"/>
            <a:chExt cx="11853599" cy="2307767"/>
          </a:xfrm>
        </p:grpSpPr>
        <p:sp>
          <p:nvSpPr>
            <p:cNvPr id="14" name="TextBox 17">
              <a:extLst>
                <a:ext uri="{FF2B5EF4-FFF2-40B4-BE49-F238E27FC236}">
                  <a16:creationId xmlns:a16="http://schemas.microsoft.com/office/drawing/2014/main" id="{2AB7320C-C169-C614-9D3D-FACA145E3ED4}"/>
                </a:ext>
              </a:extLst>
            </p:cNvPr>
            <p:cNvSpPr txBox="1"/>
            <p:nvPr/>
          </p:nvSpPr>
          <p:spPr>
            <a:xfrm>
              <a:off x="0" y="66675"/>
              <a:ext cx="11853599" cy="72823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4200"/>
                </a:lnSpc>
              </a:pPr>
              <a:r>
                <a:rPr lang="ru-RU" sz="4200" spc="-84" dirty="0">
                  <a:solidFill>
                    <a:schemeClr val="tx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ФУНКЦИОНАЛЬНОСТЬ</a:t>
              </a:r>
              <a:endParaRPr lang="en-US" sz="4200" spc="-84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" name="TextBox 18">
              <a:extLst>
                <a:ext uri="{FF2B5EF4-FFF2-40B4-BE49-F238E27FC236}">
                  <a16:creationId xmlns:a16="http://schemas.microsoft.com/office/drawing/2014/main" id="{7D5EC8B7-016D-9549-1C28-6C5ED3852F08}"/>
                </a:ext>
              </a:extLst>
            </p:cNvPr>
            <p:cNvSpPr txBox="1"/>
            <p:nvPr/>
          </p:nvSpPr>
          <p:spPr>
            <a:xfrm>
              <a:off x="0" y="997484"/>
              <a:ext cx="11853599" cy="137695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4200"/>
                </a:lnSpc>
              </a:pPr>
              <a:r>
                <a:rPr lang="ru-RU" sz="3000" spc="60" dirty="0">
                  <a:solidFill>
                    <a:schemeClr val="tx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Программа предусматривает разный функционал для разных типов пользователей</a:t>
              </a:r>
              <a:endParaRPr lang="en-US" sz="3000" spc="6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6" name="Group 19">
            <a:extLst>
              <a:ext uri="{FF2B5EF4-FFF2-40B4-BE49-F238E27FC236}">
                <a16:creationId xmlns:a16="http://schemas.microsoft.com/office/drawing/2014/main" id="{9AF8DE73-AF21-A7EB-9D2E-DCB8C016A1B5}"/>
              </a:ext>
            </a:extLst>
          </p:cNvPr>
          <p:cNvGrpSpPr/>
          <p:nvPr/>
        </p:nvGrpSpPr>
        <p:grpSpPr>
          <a:xfrm>
            <a:off x="2732894" y="6635803"/>
            <a:ext cx="9565679" cy="1730826"/>
            <a:chOff x="0" y="66675"/>
            <a:chExt cx="12754239" cy="2307767"/>
          </a:xfrm>
        </p:grpSpPr>
        <p:sp>
          <p:nvSpPr>
            <p:cNvPr id="17" name="TextBox 20">
              <a:extLst>
                <a:ext uri="{FF2B5EF4-FFF2-40B4-BE49-F238E27FC236}">
                  <a16:creationId xmlns:a16="http://schemas.microsoft.com/office/drawing/2014/main" id="{19E793BE-3DA2-0C18-D1C6-453171452BD9}"/>
                </a:ext>
              </a:extLst>
            </p:cNvPr>
            <p:cNvSpPr txBox="1"/>
            <p:nvPr/>
          </p:nvSpPr>
          <p:spPr>
            <a:xfrm>
              <a:off x="0" y="66675"/>
              <a:ext cx="12754239" cy="72823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4200"/>
                </a:lnSpc>
              </a:pPr>
              <a:r>
                <a:rPr lang="ru-RU" sz="4200" cap="all" spc="-84" dirty="0">
                  <a:solidFill>
                    <a:schemeClr val="tx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РАБОТА С ДАННЫМИ</a:t>
              </a:r>
              <a:endParaRPr lang="en-US" sz="4200" cap="all" spc="-84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5" name="TextBox 21">
              <a:extLst>
                <a:ext uri="{FF2B5EF4-FFF2-40B4-BE49-F238E27FC236}">
                  <a16:creationId xmlns:a16="http://schemas.microsoft.com/office/drawing/2014/main" id="{EA459FA2-B650-15F9-715D-BC04238F88EE}"/>
                </a:ext>
              </a:extLst>
            </p:cNvPr>
            <p:cNvSpPr txBox="1"/>
            <p:nvPr/>
          </p:nvSpPr>
          <p:spPr>
            <a:xfrm>
              <a:off x="0" y="997484"/>
              <a:ext cx="12754238" cy="137695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4199"/>
                </a:lnSpc>
              </a:pPr>
              <a:r>
                <a:rPr lang="ru-RU" sz="3000" spc="60" dirty="0">
                  <a:solidFill>
                    <a:schemeClr val="tx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30+ методов, Внешняя </a:t>
              </a:r>
              <a:r>
                <a:rPr lang="en-US" sz="3000" spc="60" dirty="0">
                  <a:solidFill>
                    <a:schemeClr val="tx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API </a:t>
              </a:r>
              <a:r>
                <a:rPr lang="ru-RU" sz="3000" spc="60" dirty="0">
                  <a:solidFill>
                    <a:schemeClr val="tx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интеграция, Автоматические расчеты</a:t>
              </a:r>
              <a:endParaRPr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8" name="TextBox 3">
            <a:extLst>
              <a:ext uri="{FF2B5EF4-FFF2-40B4-BE49-F238E27FC236}">
                <a16:creationId xmlns:a16="http://schemas.microsoft.com/office/drawing/2014/main" id="{7A21B842-0083-9578-0AE9-816B5174B63E}"/>
              </a:ext>
            </a:extLst>
          </p:cNvPr>
          <p:cNvSpPr txBox="1"/>
          <p:nvPr/>
        </p:nvSpPr>
        <p:spPr>
          <a:xfrm>
            <a:off x="2971800" y="887504"/>
            <a:ext cx="11329791" cy="10409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8510"/>
              </a:lnSpc>
            </a:pPr>
            <a:r>
              <a:rPr lang="ru-RU" sz="6600" spc="-170" dirty="0">
                <a:solidFill>
                  <a:srgbClr val="F0F0E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Качества</a:t>
            </a:r>
            <a:endParaRPr lang="en-US" sz="6600" spc="-170" dirty="0">
              <a:solidFill>
                <a:srgbClr val="F0F0E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3CE9D1CE-7A83-47A9-B0F8-633EC313B6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725400" y="4859194"/>
            <a:ext cx="4914697" cy="49146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28649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6C8A24-6C17-A927-E74D-34FA4C7DBB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4">
            <a:extLst>
              <a:ext uri="{FF2B5EF4-FFF2-40B4-BE49-F238E27FC236}">
                <a16:creationId xmlns:a16="http://schemas.microsoft.com/office/drawing/2014/main" id="{B5906854-CB70-9831-A1BC-5F22B013A84A}"/>
              </a:ext>
            </a:extLst>
          </p:cNvPr>
          <p:cNvSpPr txBox="1"/>
          <p:nvPr/>
        </p:nvSpPr>
        <p:spPr>
          <a:xfrm>
            <a:off x="2743200" y="2324100"/>
            <a:ext cx="7232119" cy="546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4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200" b="0" i="0" u="none" strike="noStrike" kern="1200" cap="none" spc="-84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Navigation</a:t>
            </a:r>
          </a:p>
        </p:txBody>
      </p:sp>
      <p:sp>
        <p:nvSpPr>
          <p:cNvPr id="12" name="TextBox 15">
            <a:extLst>
              <a:ext uri="{FF2B5EF4-FFF2-40B4-BE49-F238E27FC236}">
                <a16:creationId xmlns:a16="http://schemas.microsoft.com/office/drawing/2014/main" id="{6794EF4E-9653-988C-6707-C36B1CAB1C6C}"/>
              </a:ext>
            </a:extLst>
          </p:cNvPr>
          <p:cNvSpPr txBox="1"/>
          <p:nvPr/>
        </p:nvSpPr>
        <p:spPr>
          <a:xfrm>
            <a:off x="2758990" y="2838524"/>
            <a:ext cx="11338010" cy="14955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395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24" b="0" i="0" u="none" strike="noStrike" kern="1200" cap="none" spc="56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В программе есть вариант выбора интерфейса в отображении карусели (</a:t>
            </a:r>
            <a:r>
              <a:rPr kumimoji="0" lang="ru-RU" sz="2824" b="0" i="0" u="none" strike="noStrike" kern="1200" cap="none" spc="56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Carousel</a:t>
            </a:r>
            <a:r>
              <a:rPr kumimoji="0" lang="ru-RU" sz="2824" b="0" i="0" u="none" strike="noStrike" kern="1200" cap="none" spc="56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) — плавное </a:t>
            </a:r>
            <a:r>
              <a:rPr kumimoji="0" lang="ru-RU" sz="2824" b="0" i="0" u="none" strike="noStrike" kern="1200" cap="none" spc="56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горизональный</a:t>
            </a:r>
            <a:r>
              <a:rPr kumimoji="0" lang="ru-RU" sz="2824" b="0" i="0" u="none" strike="noStrike" kern="1200" cap="none" spc="56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список,</a:t>
            </a:r>
            <a:r>
              <a:rPr kumimoji="0" lang="en-US" sz="2824" b="0" i="0" u="none" strike="noStrike" kern="1200" cap="none" spc="56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sz="2824" b="0" i="0" u="none" strike="noStrike" kern="1200" cap="none" spc="56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и обычный список, (</a:t>
            </a:r>
            <a:r>
              <a:rPr lang="en-US" sz="2824" spc="56" dirty="0" err="1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RecyclerView</a:t>
            </a:r>
            <a:r>
              <a:rPr kumimoji="0" lang="ru-RU" sz="2824" b="0" i="0" u="none" strike="noStrike" kern="1200" cap="none" spc="56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kumimoji="0" lang="en-US" sz="2824" b="0" i="0" u="none" strike="noStrike" kern="1200" cap="none" spc="56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kumimoji="0" lang="ru-RU" sz="2824" b="0" i="0" u="none" strike="noStrike" kern="1200" cap="none" spc="56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плавный вертикальный список</a:t>
            </a:r>
            <a:endParaRPr kumimoji="0" lang="en-US" sz="2824" b="0" i="0" u="none" strike="noStrike" kern="1200" cap="none" spc="56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3" name="Group 16">
            <a:extLst>
              <a:ext uri="{FF2B5EF4-FFF2-40B4-BE49-F238E27FC236}">
                <a16:creationId xmlns:a16="http://schemas.microsoft.com/office/drawing/2014/main" id="{4B7E3D39-F259-AFAE-525F-0BECA305D4BC}"/>
              </a:ext>
            </a:extLst>
          </p:cNvPr>
          <p:cNvGrpSpPr/>
          <p:nvPr/>
        </p:nvGrpSpPr>
        <p:grpSpPr>
          <a:xfrm>
            <a:off x="2743200" y="4917163"/>
            <a:ext cx="8905989" cy="1543539"/>
            <a:chOff x="0" y="66675"/>
            <a:chExt cx="11874652" cy="2058051"/>
          </a:xfrm>
        </p:grpSpPr>
        <p:sp>
          <p:nvSpPr>
            <p:cNvPr id="14" name="TextBox 17">
              <a:extLst>
                <a:ext uri="{FF2B5EF4-FFF2-40B4-BE49-F238E27FC236}">
                  <a16:creationId xmlns:a16="http://schemas.microsoft.com/office/drawing/2014/main" id="{B2DA3FD2-3014-47F6-D2FA-AC41076A3094}"/>
                </a:ext>
              </a:extLst>
            </p:cNvPr>
            <p:cNvSpPr txBox="1"/>
            <p:nvPr/>
          </p:nvSpPr>
          <p:spPr>
            <a:xfrm>
              <a:off x="0" y="66675"/>
              <a:ext cx="11853599" cy="72823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ts val="42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200" b="0" i="0" u="none" strike="noStrike" kern="1200" cap="none" spc="-84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rPr>
                <a:t>ROOM</a:t>
              </a:r>
            </a:p>
          </p:txBody>
        </p:sp>
        <p:sp>
          <p:nvSpPr>
            <p:cNvPr id="15" name="TextBox 18">
              <a:extLst>
                <a:ext uri="{FF2B5EF4-FFF2-40B4-BE49-F238E27FC236}">
                  <a16:creationId xmlns:a16="http://schemas.microsoft.com/office/drawing/2014/main" id="{6317D2B4-64D7-3C1C-BCA3-45C780A61275}"/>
                </a:ext>
              </a:extLst>
            </p:cNvPr>
            <p:cNvSpPr txBox="1"/>
            <p:nvPr/>
          </p:nvSpPr>
          <p:spPr>
            <a:xfrm>
              <a:off x="21053" y="742136"/>
              <a:ext cx="11853599" cy="138259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ts val="42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3000" b="0" i="0" u="none" strike="noStrike" kern="1200" cap="none" spc="6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rPr>
                <a:t>Для хранения данных использована библиотека </a:t>
              </a:r>
              <a:r>
                <a:rPr kumimoji="0" lang="ru-RU" sz="3000" b="0" i="0" u="none" strike="noStrike" kern="1200" cap="none" spc="6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rPr>
                <a:t>Room</a:t>
              </a:r>
              <a:r>
                <a:rPr kumimoji="0" lang="ru-RU" sz="3000" b="0" i="0" u="none" strike="noStrike" kern="1200" cap="none" spc="6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rPr>
                <a:t> использующая </a:t>
              </a:r>
              <a:r>
                <a:rPr lang="en-US" sz="3000" spc="60" dirty="0">
                  <a:solidFill>
                    <a:prstClr val="white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SQL</a:t>
              </a:r>
              <a:r>
                <a:rPr lang="ru-RU" sz="3000" spc="60" dirty="0">
                  <a:solidFill>
                    <a:prstClr val="white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базу</a:t>
              </a:r>
              <a:endParaRPr kumimoji="0" lang="en-US" sz="3000" b="0" i="0" u="none" strike="noStrike" kern="1200" cap="none" spc="6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6" name="Group 19">
            <a:extLst>
              <a:ext uri="{FF2B5EF4-FFF2-40B4-BE49-F238E27FC236}">
                <a16:creationId xmlns:a16="http://schemas.microsoft.com/office/drawing/2014/main" id="{5DC25186-0BD0-E919-9BD5-E62AD56E066C}"/>
              </a:ext>
            </a:extLst>
          </p:cNvPr>
          <p:cNvGrpSpPr/>
          <p:nvPr/>
        </p:nvGrpSpPr>
        <p:grpSpPr>
          <a:xfrm>
            <a:off x="2758990" y="6967298"/>
            <a:ext cx="9581469" cy="2081467"/>
            <a:chOff x="-21053" y="66675"/>
            <a:chExt cx="12775292" cy="2775289"/>
          </a:xfrm>
        </p:grpSpPr>
        <p:sp>
          <p:nvSpPr>
            <p:cNvPr id="17" name="TextBox 20">
              <a:extLst>
                <a:ext uri="{FF2B5EF4-FFF2-40B4-BE49-F238E27FC236}">
                  <a16:creationId xmlns:a16="http://schemas.microsoft.com/office/drawing/2014/main" id="{5A7D3442-B0CA-E9BD-D1A6-3979AD1C13B1}"/>
                </a:ext>
              </a:extLst>
            </p:cNvPr>
            <p:cNvSpPr txBox="1"/>
            <p:nvPr/>
          </p:nvSpPr>
          <p:spPr>
            <a:xfrm>
              <a:off x="0" y="66675"/>
              <a:ext cx="12754239" cy="72823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ts val="42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200" b="0" i="0" u="none" strike="noStrike" kern="1200" cap="none" spc="-84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rPr>
                <a:t>SPINNER</a:t>
              </a:r>
            </a:p>
          </p:txBody>
        </p:sp>
        <p:sp>
          <p:nvSpPr>
            <p:cNvPr id="25" name="TextBox 21">
              <a:extLst>
                <a:ext uri="{FF2B5EF4-FFF2-40B4-BE49-F238E27FC236}">
                  <a16:creationId xmlns:a16="http://schemas.microsoft.com/office/drawing/2014/main" id="{F0FFB409-D03F-81D7-CC76-950DDF9EA21B}"/>
                </a:ext>
              </a:extLst>
            </p:cNvPr>
            <p:cNvSpPr txBox="1"/>
            <p:nvPr/>
          </p:nvSpPr>
          <p:spPr>
            <a:xfrm>
              <a:off x="-21053" y="794908"/>
              <a:ext cx="12754239" cy="204705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ts val="419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3000" b="0" i="0" u="none" strike="noStrike" kern="1200" cap="none" spc="6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rPr>
                <a:t>Использование при регистрации для выбора варианта входа</a:t>
              </a:r>
              <a:endParaRPr kumimoji="0" lang="en-US" sz="2999" b="0" i="0" u="none" strike="noStrike" kern="1200" cap="none" spc="59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0" marR="0" lvl="0" indent="0" algn="l" defTabSz="457200" rtl="0" eaLnBrk="1" fontAlgn="auto" latinLnBrk="0" hangingPunct="1">
                <a:lnSpc>
                  <a:spcPts val="42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" name="TextBox 3">
            <a:extLst>
              <a:ext uri="{FF2B5EF4-FFF2-40B4-BE49-F238E27FC236}">
                <a16:creationId xmlns:a16="http://schemas.microsoft.com/office/drawing/2014/main" id="{95EE1E85-8E97-026D-4716-38293F46C90A}"/>
              </a:ext>
            </a:extLst>
          </p:cNvPr>
          <p:cNvSpPr txBox="1"/>
          <p:nvPr/>
        </p:nvSpPr>
        <p:spPr>
          <a:xfrm>
            <a:off x="2971800" y="887504"/>
            <a:ext cx="11329791" cy="10409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8510"/>
              </a:lnSpc>
            </a:pPr>
            <a:r>
              <a:rPr lang="ru-RU" sz="6600" spc="-170" dirty="0">
                <a:solidFill>
                  <a:srgbClr val="F0F0E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Инструменты</a:t>
            </a:r>
            <a:endParaRPr lang="en-US" sz="6600" spc="-170" dirty="0">
              <a:solidFill>
                <a:srgbClr val="F0F0E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4592068-E285-4EFD-AF32-A1D5580DA4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06400" y="5244091"/>
            <a:ext cx="4343400" cy="434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30681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661357" y="2410261"/>
            <a:ext cx="6501443" cy="18030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6600"/>
              </a:lnSpc>
            </a:pPr>
            <a:r>
              <a:rPr lang="en-US" sz="8800" spc="-175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Главное</a:t>
            </a:r>
            <a:r>
              <a:rPr lang="en-US" sz="8800" spc="-1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8800" spc="-175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окно</a:t>
            </a:r>
            <a:endParaRPr lang="en-US" sz="8800" spc="-17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ts val="6600"/>
              </a:lnSpc>
            </a:pPr>
            <a:r>
              <a:rPr lang="en-US" sz="8800" spc="-175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программы</a:t>
            </a:r>
            <a:endParaRPr lang="en-US" sz="8800" spc="-17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586382" y="8261189"/>
            <a:ext cx="6651392" cy="202581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135"/>
              </a:lnSpc>
            </a:pPr>
            <a:r>
              <a:rPr lang="en-US" sz="318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Простота</a:t>
            </a:r>
            <a:r>
              <a:rPr lang="en-US" sz="318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18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интерфейса</a:t>
            </a:r>
            <a:r>
              <a:rPr lang="en-US" sz="318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18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способствует</a:t>
            </a:r>
            <a:r>
              <a:rPr lang="en-US" sz="318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lnSpc>
                <a:spcPts val="4135"/>
              </a:lnSpc>
            </a:pPr>
            <a:r>
              <a:rPr lang="en-US" sz="318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взаимодействию</a:t>
            </a:r>
            <a:r>
              <a:rPr lang="en-US" sz="318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18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пользователя</a:t>
            </a:r>
            <a:r>
              <a:rPr lang="en-US" sz="318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 </a:t>
            </a:r>
            <a:r>
              <a:rPr lang="en-US" sz="318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информацией</a:t>
            </a:r>
            <a:endParaRPr lang="en-US" sz="318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ts val="4135"/>
              </a:lnSpc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9" name="Group 9"/>
          <p:cNvGrpSpPr/>
          <p:nvPr/>
        </p:nvGrpSpPr>
        <p:grpSpPr>
          <a:xfrm rot="-5400000">
            <a:off x="-1215158" y="1835972"/>
            <a:ext cx="3016856" cy="435217"/>
            <a:chOff x="0" y="0"/>
            <a:chExt cx="3961550" cy="571500"/>
          </a:xfrm>
        </p:grpSpPr>
        <p:sp>
          <p:nvSpPr>
            <p:cNvPr id="10" name="Freeform 10"/>
            <p:cNvSpPr/>
            <p:nvPr/>
          </p:nvSpPr>
          <p:spPr>
            <a:xfrm>
              <a:off x="0" y="255270"/>
              <a:ext cx="3961550" cy="69850"/>
            </a:xfrm>
            <a:custGeom>
              <a:avLst/>
              <a:gdLst/>
              <a:ahLst/>
              <a:cxnLst/>
              <a:rect l="l" t="t" r="r" b="b"/>
              <a:pathLst>
                <a:path w="3961550" h="69850">
                  <a:moveTo>
                    <a:pt x="3670720" y="0"/>
                  </a:moveTo>
                  <a:lnTo>
                    <a:pt x="0" y="0"/>
                  </a:lnTo>
                  <a:lnTo>
                    <a:pt x="0" y="69850"/>
                  </a:lnTo>
                  <a:lnTo>
                    <a:pt x="3961550" y="69850"/>
                  </a:lnTo>
                  <a:lnTo>
                    <a:pt x="3961550" y="0"/>
                  </a:lnTo>
                  <a:close/>
                </a:path>
              </a:pathLst>
            </a:custGeom>
            <a:solidFill>
              <a:srgbClr val="393839"/>
            </a:solidFill>
          </p:spPr>
        </p:sp>
      </p:grpSp>
      <p:grpSp>
        <p:nvGrpSpPr>
          <p:cNvPr id="11" name="Group 11"/>
          <p:cNvGrpSpPr/>
          <p:nvPr/>
        </p:nvGrpSpPr>
        <p:grpSpPr>
          <a:xfrm>
            <a:off x="293270" y="327544"/>
            <a:ext cx="2430370" cy="386455"/>
            <a:chOff x="0" y="0"/>
            <a:chExt cx="3594100" cy="571500"/>
          </a:xfrm>
        </p:grpSpPr>
        <p:sp>
          <p:nvSpPr>
            <p:cNvPr id="12" name="Freeform 12"/>
            <p:cNvSpPr/>
            <p:nvPr/>
          </p:nvSpPr>
          <p:spPr>
            <a:xfrm>
              <a:off x="0" y="255270"/>
              <a:ext cx="3594100" cy="69850"/>
            </a:xfrm>
            <a:custGeom>
              <a:avLst/>
              <a:gdLst/>
              <a:ahLst/>
              <a:cxnLst/>
              <a:rect l="l" t="t" r="r" b="b"/>
              <a:pathLst>
                <a:path w="3594100" h="69850">
                  <a:moveTo>
                    <a:pt x="3303270" y="0"/>
                  </a:moveTo>
                  <a:lnTo>
                    <a:pt x="0" y="0"/>
                  </a:lnTo>
                  <a:lnTo>
                    <a:pt x="0" y="69850"/>
                  </a:lnTo>
                  <a:lnTo>
                    <a:pt x="3594100" y="69850"/>
                  </a:lnTo>
                  <a:lnTo>
                    <a:pt x="3594100" y="0"/>
                  </a:lnTo>
                  <a:close/>
                </a:path>
              </a:pathLst>
            </a:custGeom>
            <a:solidFill>
              <a:srgbClr val="393839"/>
            </a:solidFill>
          </p:spPr>
        </p:sp>
      </p:grp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82F263DA-581C-4982-8082-35CFC62350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73215" y="223879"/>
            <a:ext cx="4524474" cy="9706674"/>
          </a:xfrm>
          <a:prstGeom prst="rect">
            <a:avLst/>
          </a:prstGeom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570D5705-CE24-495B-8C35-FD6C1FF048F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5200" y="223880"/>
            <a:ext cx="4542117" cy="970667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8B0CBF-C0B8-8FA4-A162-A570123C46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BF1AA280-C093-810A-2ED3-89DA1493CE0C}"/>
              </a:ext>
            </a:extLst>
          </p:cNvPr>
          <p:cNvSpPr txBox="1"/>
          <p:nvPr/>
        </p:nvSpPr>
        <p:spPr>
          <a:xfrm>
            <a:off x="679287" y="1999197"/>
            <a:ext cx="5569114" cy="343844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6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8800" spc="-175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</a:t>
            </a:r>
            <a:r>
              <a:rPr kumimoji="0" lang="en-US" sz="8800" b="0" i="0" u="none" strike="noStrike" kern="1200" cap="none" spc="-175" normalizeH="0" baseline="0" noProof="0" dirty="0" err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рограмм</a:t>
            </a:r>
            <a:r>
              <a:rPr kumimoji="0" lang="ru-RU" sz="8800" b="0" i="0" u="none" strike="noStrike" kern="1200" cap="none" spc="-175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а в разных </a:t>
            </a:r>
            <a:r>
              <a:rPr lang="ru-RU" sz="8800" spc="-175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у</a:t>
            </a:r>
            <a:r>
              <a:rPr kumimoji="0" lang="ru-RU" sz="8800" b="0" i="0" u="none" strike="noStrike" kern="1200" cap="none" spc="-175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ровнях доступа</a:t>
            </a:r>
            <a:endParaRPr kumimoji="0" lang="en-US" sz="8800" b="0" i="0" u="none" strike="noStrike" kern="1200" cap="none" spc="-175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432D7A8B-DA9A-ACE7-CC0D-A9635E6DE327}"/>
              </a:ext>
            </a:extLst>
          </p:cNvPr>
          <p:cNvSpPr txBox="1"/>
          <p:nvPr/>
        </p:nvSpPr>
        <p:spPr>
          <a:xfrm>
            <a:off x="647910" y="8860249"/>
            <a:ext cx="10372552" cy="15000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413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181" b="0" i="0" u="none" strike="noStrike" kern="1200" cap="none" spc="0" normalizeH="0" baseline="0" noProof="0" dirty="0" err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Простота</a:t>
            </a:r>
            <a:r>
              <a:rPr kumimoji="0" lang="en-US" sz="3181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3181" b="0" i="0" u="none" strike="noStrike" kern="1200" cap="none" spc="0" normalizeH="0" baseline="0" noProof="0" dirty="0" err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интерфейса</a:t>
            </a:r>
            <a:r>
              <a:rPr kumimoji="0" lang="en-US" sz="3181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3181" b="0" i="0" u="none" strike="noStrike" kern="1200" cap="none" spc="0" normalizeH="0" baseline="0" noProof="0" dirty="0" err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способствует</a:t>
            </a:r>
            <a:r>
              <a:rPr kumimoji="0" lang="en-US" sz="3181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marR="0" lvl="0" indent="0" algn="l" defTabSz="457200" rtl="0" eaLnBrk="1" fontAlgn="auto" latinLnBrk="0" hangingPunct="1">
              <a:lnSpc>
                <a:spcPts val="413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181" b="0" i="0" u="none" strike="noStrike" kern="1200" cap="none" spc="0" normalizeH="0" baseline="0" noProof="0" dirty="0" err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взаимодействию</a:t>
            </a:r>
            <a:r>
              <a:rPr kumimoji="0" lang="en-US" sz="3181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3181" b="0" i="0" u="none" strike="noStrike" kern="1200" cap="none" spc="0" normalizeH="0" baseline="0" noProof="0" dirty="0" err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пользователя</a:t>
            </a:r>
            <a:r>
              <a:rPr kumimoji="0" lang="en-US" sz="3181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с </a:t>
            </a:r>
            <a:r>
              <a:rPr kumimoji="0" lang="en-US" sz="3181" b="0" i="0" u="none" strike="noStrike" kern="1200" cap="none" spc="0" normalizeH="0" baseline="0" noProof="0" dirty="0" err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информацией</a:t>
            </a:r>
            <a:endParaRPr kumimoji="0" lang="en-US" sz="3181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457200" rtl="0" eaLnBrk="1" fontAlgn="auto" latinLnBrk="0" hangingPunct="1">
              <a:lnSpc>
                <a:spcPts val="413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7">
            <a:extLst>
              <a:ext uri="{FF2B5EF4-FFF2-40B4-BE49-F238E27FC236}">
                <a16:creationId xmlns:a16="http://schemas.microsoft.com/office/drawing/2014/main" id="{DEF4D749-DDFD-CB05-BEC0-7A61E8470F27}"/>
              </a:ext>
            </a:extLst>
          </p:cNvPr>
          <p:cNvSpPr txBox="1"/>
          <p:nvPr/>
        </p:nvSpPr>
        <p:spPr>
          <a:xfrm>
            <a:off x="679287" y="5399539"/>
            <a:ext cx="5950114" cy="102419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413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318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Разный функционал для разных ролей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B70CB27-4309-4B0E-BC45-51FB4E81E6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16781" y="209550"/>
            <a:ext cx="4558926" cy="9867900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F747974B-1486-451A-A1A0-BAA8AC1135B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44949" y="209550"/>
            <a:ext cx="4551025" cy="9867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72612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EB476E-BA21-1ADE-5639-0BD229355D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A616BA55-DDCA-F5FE-3F6B-0C5F4B477C3B}"/>
              </a:ext>
            </a:extLst>
          </p:cNvPr>
          <p:cNvSpPr txBox="1"/>
          <p:nvPr/>
        </p:nvSpPr>
        <p:spPr>
          <a:xfrm>
            <a:off x="679286" y="1999197"/>
            <a:ext cx="6501443" cy="17791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6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8800" b="0" i="0" u="none" strike="noStrike" kern="1200" cap="none" spc="-175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Просмотр записей</a:t>
            </a:r>
            <a:endParaRPr kumimoji="0" lang="en-US" sz="8800" b="0" i="0" u="none" strike="noStrike" kern="1200" cap="none" spc="-175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4C5E7009-881B-6F2F-A0E9-3339AA21A68E}"/>
              </a:ext>
            </a:extLst>
          </p:cNvPr>
          <p:cNvSpPr txBox="1"/>
          <p:nvPr/>
        </p:nvSpPr>
        <p:spPr>
          <a:xfrm>
            <a:off x="647910" y="8860249"/>
            <a:ext cx="10372552" cy="15000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413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181" b="0" i="0" u="none" strike="noStrike" kern="1200" cap="none" spc="0" normalizeH="0" baseline="0" noProof="0" dirty="0" err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Простота</a:t>
            </a:r>
            <a:r>
              <a:rPr kumimoji="0" lang="en-US" sz="3181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3181" b="0" i="0" u="none" strike="noStrike" kern="1200" cap="none" spc="0" normalizeH="0" baseline="0" noProof="0" dirty="0" err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интерфейса</a:t>
            </a:r>
            <a:r>
              <a:rPr kumimoji="0" lang="en-US" sz="3181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3181" b="0" i="0" u="none" strike="noStrike" kern="1200" cap="none" spc="0" normalizeH="0" baseline="0" noProof="0" dirty="0" err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способствует</a:t>
            </a:r>
            <a:r>
              <a:rPr kumimoji="0" lang="en-US" sz="3181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marR="0" lvl="0" indent="0" algn="l" defTabSz="457200" rtl="0" eaLnBrk="1" fontAlgn="auto" latinLnBrk="0" hangingPunct="1">
              <a:lnSpc>
                <a:spcPts val="413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181" b="0" i="0" u="none" strike="noStrike" kern="1200" cap="none" spc="0" normalizeH="0" baseline="0" noProof="0" dirty="0" err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взаимодействию</a:t>
            </a:r>
            <a:r>
              <a:rPr kumimoji="0" lang="en-US" sz="3181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3181" b="0" i="0" u="none" strike="noStrike" kern="1200" cap="none" spc="0" normalizeH="0" baseline="0" noProof="0" dirty="0" err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пользователя</a:t>
            </a:r>
            <a:r>
              <a:rPr kumimoji="0" lang="en-US" sz="3181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с </a:t>
            </a:r>
            <a:r>
              <a:rPr kumimoji="0" lang="en-US" sz="3181" b="0" i="0" u="none" strike="noStrike" kern="1200" cap="none" spc="0" normalizeH="0" baseline="0" noProof="0" dirty="0" err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информацией</a:t>
            </a:r>
            <a:endParaRPr kumimoji="0" lang="en-US" sz="3181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457200" rtl="0" eaLnBrk="1" fontAlgn="auto" latinLnBrk="0" hangingPunct="1">
              <a:lnSpc>
                <a:spcPts val="413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7">
            <a:extLst>
              <a:ext uri="{FF2B5EF4-FFF2-40B4-BE49-F238E27FC236}">
                <a16:creationId xmlns:a16="http://schemas.microsoft.com/office/drawing/2014/main" id="{10007DC3-3EB6-058F-F468-C93254D60D3C}"/>
              </a:ext>
            </a:extLst>
          </p:cNvPr>
          <p:cNvSpPr txBox="1"/>
          <p:nvPr/>
        </p:nvSpPr>
        <p:spPr>
          <a:xfrm>
            <a:off x="679286" y="3690527"/>
            <a:ext cx="5950114" cy="20672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413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181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Доступно два варианта получения информации, Обычный список с поиском или вариант с горизонтальным списком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316A5F73-9377-4693-91BA-FD5F18E3C74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98691" y="876300"/>
            <a:ext cx="4208923" cy="9029700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0B79BD9E-EE6F-46FC-BE02-29E74523277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93667" y="876300"/>
            <a:ext cx="4214381" cy="9029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73266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A9351C-2800-7D03-D886-F96451125F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4F5D345C-E9CF-D505-A5A1-A28369359F57}"/>
              </a:ext>
            </a:extLst>
          </p:cNvPr>
          <p:cNvSpPr txBox="1"/>
          <p:nvPr/>
        </p:nvSpPr>
        <p:spPr>
          <a:xfrm>
            <a:off x="679286" y="1485900"/>
            <a:ext cx="6501443" cy="17791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6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8800" b="0" i="0" u="none" strike="noStrike" kern="1200" cap="none" spc="-175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Добавление элементов</a:t>
            </a:r>
            <a:endParaRPr kumimoji="0" lang="en-US" sz="8800" b="0" i="0" u="none" strike="noStrike" kern="1200" cap="none" spc="-175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F7F893F8-3F26-9480-55DB-2B26F21765B6}"/>
              </a:ext>
            </a:extLst>
          </p:cNvPr>
          <p:cNvSpPr txBox="1"/>
          <p:nvPr/>
        </p:nvSpPr>
        <p:spPr>
          <a:xfrm>
            <a:off x="457200" y="7906302"/>
            <a:ext cx="5950114" cy="25515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413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181" b="0" i="0" u="none" strike="noStrike" kern="1200" cap="none" spc="0" normalizeH="0" baseline="0" noProof="0" dirty="0" err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Простота</a:t>
            </a:r>
            <a:r>
              <a:rPr kumimoji="0" lang="en-US" sz="3181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3181" b="0" i="0" u="none" strike="noStrike" kern="1200" cap="none" spc="0" normalizeH="0" baseline="0" noProof="0" dirty="0" err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интерфейса</a:t>
            </a:r>
            <a:r>
              <a:rPr kumimoji="0" lang="en-US" sz="3181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3181" b="0" i="0" u="none" strike="noStrike" kern="1200" cap="none" spc="0" normalizeH="0" baseline="0" noProof="0" dirty="0" err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способствует</a:t>
            </a:r>
            <a:r>
              <a:rPr kumimoji="0" lang="en-US" sz="3181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marR="0" lvl="0" indent="0" algn="l" defTabSz="457200" rtl="0" eaLnBrk="1" fontAlgn="auto" latinLnBrk="0" hangingPunct="1">
              <a:lnSpc>
                <a:spcPts val="413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181" b="0" i="0" u="none" strike="noStrike" kern="1200" cap="none" spc="0" normalizeH="0" baseline="0" noProof="0" dirty="0" err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взаимодействию</a:t>
            </a:r>
            <a:r>
              <a:rPr kumimoji="0" lang="en-US" sz="3181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3181" b="0" i="0" u="none" strike="noStrike" kern="1200" cap="none" spc="0" normalizeH="0" baseline="0" noProof="0" dirty="0" err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пользователя</a:t>
            </a:r>
            <a:r>
              <a:rPr kumimoji="0" lang="en-US" sz="3181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с </a:t>
            </a:r>
            <a:r>
              <a:rPr kumimoji="0" lang="en-US" sz="3181" b="0" i="0" u="none" strike="noStrike" kern="1200" cap="none" spc="0" normalizeH="0" baseline="0" noProof="0" dirty="0" err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информацией</a:t>
            </a:r>
            <a:endParaRPr kumimoji="0" lang="en-US" sz="3181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457200" rtl="0" eaLnBrk="1" fontAlgn="auto" latinLnBrk="0" hangingPunct="1">
              <a:lnSpc>
                <a:spcPts val="413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7">
            <a:extLst>
              <a:ext uri="{FF2B5EF4-FFF2-40B4-BE49-F238E27FC236}">
                <a16:creationId xmlns:a16="http://schemas.microsoft.com/office/drawing/2014/main" id="{2CC82314-75E4-DDBC-EB36-72ADA6057ABB}"/>
              </a:ext>
            </a:extLst>
          </p:cNvPr>
          <p:cNvSpPr txBox="1"/>
          <p:nvPr/>
        </p:nvSpPr>
        <p:spPr>
          <a:xfrm>
            <a:off x="647910" y="3303141"/>
            <a:ext cx="5950114" cy="11182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480"/>
              </a:lnSpc>
            </a:pPr>
            <a:r>
              <a:rPr lang="ru-RU" sz="3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Возможность добавлять удалять изменять элементы таблиц</a:t>
            </a:r>
            <a:endParaRPr lang="en-US" sz="32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87AC18B-F7FB-4B86-8154-0C215723B9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44418" y="1504950"/>
            <a:ext cx="3831133" cy="8039100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69468BE1-5F45-4D1C-9D0C-38C10AEDFCB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82555" y="1504950"/>
            <a:ext cx="3793450" cy="8039100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C5443EF0-474D-4AA1-AE6D-152DF4615FC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56955" y="1485900"/>
            <a:ext cx="3806012" cy="8039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31318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C1416A-62D2-A1C1-A943-9C55C3C019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DFF757A8-9F34-DD3C-6EBC-8977651884C7}"/>
              </a:ext>
            </a:extLst>
          </p:cNvPr>
          <p:cNvSpPr txBox="1"/>
          <p:nvPr/>
        </p:nvSpPr>
        <p:spPr>
          <a:xfrm>
            <a:off x="679286" y="1999197"/>
            <a:ext cx="6501443" cy="17791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6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8800" b="0" i="0" u="none" strike="noStrike" kern="1200" cap="none" spc="-175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Соединение логики</a:t>
            </a:r>
            <a:endParaRPr kumimoji="0" lang="en-US" sz="8800" b="0" i="0" u="none" strike="noStrike" kern="1200" cap="none" spc="-175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86E419AB-6F9B-9C7C-83A3-36C05129DBBF}"/>
              </a:ext>
            </a:extLst>
          </p:cNvPr>
          <p:cNvSpPr txBox="1"/>
          <p:nvPr/>
        </p:nvSpPr>
        <p:spPr>
          <a:xfrm>
            <a:off x="647910" y="8860249"/>
            <a:ext cx="10372552" cy="14971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413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181" b="0" i="0" u="none" strike="noStrike" kern="1200" cap="none" spc="0" normalizeH="0" baseline="0" noProof="0" dirty="0" err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Простота</a:t>
            </a:r>
            <a:r>
              <a:rPr kumimoji="0" lang="en-US" sz="3181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3181" b="0" i="0" u="none" strike="noStrike" kern="1200" cap="none" spc="0" normalizeH="0" baseline="0" noProof="0" dirty="0" err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интерфейса</a:t>
            </a:r>
            <a:r>
              <a:rPr kumimoji="0" lang="en-US" sz="3181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3181" b="0" i="0" u="none" strike="noStrike" kern="1200" cap="none" spc="0" normalizeH="0" baseline="0" noProof="0" dirty="0" err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способствует</a:t>
            </a:r>
            <a:r>
              <a:rPr kumimoji="0" lang="en-US" sz="3181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marR="0" lvl="0" indent="0" algn="l" defTabSz="457200" rtl="0" eaLnBrk="1" fontAlgn="auto" latinLnBrk="0" hangingPunct="1">
              <a:lnSpc>
                <a:spcPts val="413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181" b="0" i="0" u="none" strike="noStrike" kern="1200" cap="none" spc="0" normalizeH="0" baseline="0" noProof="0" dirty="0" err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взаимодействию</a:t>
            </a:r>
            <a:r>
              <a:rPr kumimoji="0" lang="en-US" sz="3181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3181" b="0" i="0" u="none" strike="noStrike" kern="1200" cap="none" spc="0" normalizeH="0" baseline="0" noProof="0" dirty="0" err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пользователя</a:t>
            </a:r>
            <a:r>
              <a:rPr kumimoji="0" lang="en-US" sz="3181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с </a:t>
            </a:r>
            <a:r>
              <a:rPr kumimoji="0" lang="en-US" sz="3181" b="0" i="0" u="none" strike="noStrike" kern="1200" cap="none" spc="0" normalizeH="0" baseline="0" noProof="0" dirty="0" err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информацией</a:t>
            </a:r>
            <a:endParaRPr kumimoji="0" lang="en-US" sz="3181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457200" rtl="0" eaLnBrk="1" fontAlgn="auto" latinLnBrk="0" hangingPunct="1">
              <a:lnSpc>
                <a:spcPts val="413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9" name="Group 9">
            <a:extLst>
              <a:ext uri="{FF2B5EF4-FFF2-40B4-BE49-F238E27FC236}">
                <a16:creationId xmlns:a16="http://schemas.microsoft.com/office/drawing/2014/main" id="{6E1AE9E1-3D46-7E66-2B6E-8555480E5245}"/>
              </a:ext>
            </a:extLst>
          </p:cNvPr>
          <p:cNvGrpSpPr/>
          <p:nvPr/>
        </p:nvGrpSpPr>
        <p:grpSpPr>
          <a:xfrm rot="-5400000">
            <a:off x="-1215158" y="1835972"/>
            <a:ext cx="3016856" cy="435217"/>
            <a:chOff x="0" y="0"/>
            <a:chExt cx="3961550" cy="571500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8ED89B5E-5B1A-D8B1-A0D9-6CAAC84BABAD}"/>
                </a:ext>
              </a:extLst>
            </p:cNvPr>
            <p:cNvSpPr/>
            <p:nvPr/>
          </p:nvSpPr>
          <p:spPr>
            <a:xfrm>
              <a:off x="0" y="255270"/>
              <a:ext cx="3961550" cy="69850"/>
            </a:xfrm>
            <a:custGeom>
              <a:avLst/>
              <a:gdLst/>
              <a:ahLst/>
              <a:cxnLst/>
              <a:rect l="l" t="t" r="r" b="b"/>
              <a:pathLst>
                <a:path w="3961550" h="69850">
                  <a:moveTo>
                    <a:pt x="3670720" y="0"/>
                  </a:moveTo>
                  <a:lnTo>
                    <a:pt x="0" y="0"/>
                  </a:lnTo>
                  <a:lnTo>
                    <a:pt x="0" y="69850"/>
                  </a:lnTo>
                  <a:lnTo>
                    <a:pt x="3961550" y="69850"/>
                  </a:lnTo>
                  <a:lnTo>
                    <a:pt x="3961550" y="0"/>
                  </a:lnTo>
                  <a:close/>
                </a:path>
              </a:pathLst>
            </a:custGeom>
            <a:solidFill>
              <a:srgbClr val="393839"/>
            </a:solidFill>
          </p:spPr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C7B8DD5D-413E-EDBB-20D6-B41A5756F8C2}"/>
              </a:ext>
            </a:extLst>
          </p:cNvPr>
          <p:cNvGrpSpPr/>
          <p:nvPr/>
        </p:nvGrpSpPr>
        <p:grpSpPr>
          <a:xfrm>
            <a:off x="293270" y="327544"/>
            <a:ext cx="2430370" cy="386455"/>
            <a:chOff x="0" y="0"/>
            <a:chExt cx="3594100" cy="571500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B97F2420-E9BF-ADDB-4302-C8A1308AFA6C}"/>
                </a:ext>
              </a:extLst>
            </p:cNvPr>
            <p:cNvSpPr/>
            <p:nvPr/>
          </p:nvSpPr>
          <p:spPr>
            <a:xfrm>
              <a:off x="0" y="255270"/>
              <a:ext cx="3594100" cy="69850"/>
            </a:xfrm>
            <a:custGeom>
              <a:avLst/>
              <a:gdLst/>
              <a:ahLst/>
              <a:cxnLst/>
              <a:rect l="l" t="t" r="r" b="b"/>
              <a:pathLst>
                <a:path w="3594100" h="69850">
                  <a:moveTo>
                    <a:pt x="3303270" y="0"/>
                  </a:moveTo>
                  <a:lnTo>
                    <a:pt x="0" y="0"/>
                  </a:lnTo>
                  <a:lnTo>
                    <a:pt x="0" y="69850"/>
                  </a:lnTo>
                  <a:lnTo>
                    <a:pt x="3594100" y="69850"/>
                  </a:lnTo>
                  <a:lnTo>
                    <a:pt x="3594100" y="0"/>
                  </a:lnTo>
                  <a:close/>
                </a:path>
              </a:pathLst>
            </a:custGeom>
            <a:solidFill>
              <a:srgbClr val="393839"/>
            </a:solidFill>
          </p:spPr>
        </p:sp>
      </p:grpSp>
      <p:sp>
        <p:nvSpPr>
          <p:cNvPr id="15" name="TextBox 7">
            <a:extLst>
              <a:ext uri="{FF2B5EF4-FFF2-40B4-BE49-F238E27FC236}">
                <a16:creationId xmlns:a16="http://schemas.microsoft.com/office/drawing/2014/main" id="{6E649215-989A-FB6D-1C89-613E05714711}"/>
              </a:ext>
            </a:extLst>
          </p:cNvPr>
          <p:cNvSpPr txBox="1"/>
          <p:nvPr/>
        </p:nvSpPr>
        <p:spPr>
          <a:xfrm>
            <a:off x="679286" y="3690527"/>
            <a:ext cx="5950114" cy="11060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448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Назначение преподавателей на специальности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27178730-3E87-4C17-AB5F-CE819C1274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77144" y="383084"/>
            <a:ext cx="4459848" cy="9482732"/>
          </a:xfrm>
          <a:prstGeom prst="rect">
            <a:avLst/>
          </a:prstGeom>
        </p:spPr>
      </p:pic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03EDC2BC-165C-4E38-91C7-9462EB28581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4950" y="383084"/>
            <a:ext cx="4467255" cy="9482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7801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FCCAB0-70C5-3463-8482-721B0153CA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AF1F73D5-948C-51EB-BFE7-92F610B303B5}"/>
              </a:ext>
            </a:extLst>
          </p:cNvPr>
          <p:cNvSpPr txBox="1"/>
          <p:nvPr/>
        </p:nvSpPr>
        <p:spPr>
          <a:xfrm>
            <a:off x="381000" y="190500"/>
            <a:ext cx="7855114" cy="9327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6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8800" b="0" i="0" u="none" strike="noStrike" kern="1200" cap="none" spc="-175" normalizeH="0" baseline="0" noProof="0" dirty="0">
                <a:ln>
                  <a:noFill/>
                </a:ln>
                <a:solidFill>
                  <a:schemeClr val="tx1">
                    <a:lumMod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Форма студента</a:t>
            </a:r>
            <a:endParaRPr kumimoji="0" lang="en-US" sz="8800" b="0" i="0" u="none" strike="noStrike" kern="1200" cap="none" spc="-175" normalizeH="0" baseline="0" noProof="0" dirty="0">
              <a:ln>
                <a:noFill/>
              </a:ln>
              <a:solidFill>
                <a:schemeClr val="tx1">
                  <a:lumMod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3">
            <a:extLst>
              <a:ext uri="{FF2B5EF4-FFF2-40B4-BE49-F238E27FC236}">
                <a16:creationId xmlns:a16="http://schemas.microsoft.com/office/drawing/2014/main" id="{462C7322-6668-3D94-8BD9-8E483C918632}"/>
              </a:ext>
            </a:extLst>
          </p:cNvPr>
          <p:cNvSpPr txBox="1"/>
          <p:nvPr/>
        </p:nvSpPr>
        <p:spPr>
          <a:xfrm>
            <a:off x="381000" y="2582239"/>
            <a:ext cx="7855114" cy="9327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6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8800" b="0" i="0" u="none" strike="noStrike" kern="1200" cap="none" spc="-175" normalizeH="0" baseline="0" noProof="0" dirty="0">
                <a:ln>
                  <a:noFill/>
                </a:ln>
                <a:solidFill>
                  <a:schemeClr val="tx1">
                    <a:lumMod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Форма учителя</a:t>
            </a:r>
            <a:endParaRPr kumimoji="0" lang="en-US" sz="8800" b="0" i="0" u="none" strike="noStrike" kern="1200" cap="none" spc="-175" normalizeH="0" baseline="0" noProof="0" dirty="0">
              <a:ln>
                <a:noFill/>
              </a:ln>
              <a:solidFill>
                <a:schemeClr val="tx1">
                  <a:lumMod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Box 3">
            <a:extLst>
              <a:ext uri="{FF2B5EF4-FFF2-40B4-BE49-F238E27FC236}">
                <a16:creationId xmlns:a16="http://schemas.microsoft.com/office/drawing/2014/main" id="{0FF993A3-A711-A58B-97AE-AD3DD1CAAA10}"/>
              </a:ext>
            </a:extLst>
          </p:cNvPr>
          <p:cNvSpPr txBox="1"/>
          <p:nvPr/>
        </p:nvSpPr>
        <p:spPr>
          <a:xfrm>
            <a:off x="381000" y="5332361"/>
            <a:ext cx="14941714" cy="9327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6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8800" b="0" i="0" u="none" strike="noStrike" kern="1200" cap="none" spc="-175" normalizeH="0" baseline="0" noProof="0" dirty="0">
                <a:ln>
                  <a:noFill/>
                </a:ln>
                <a:solidFill>
                  <a:schemeClr val="tx1">
                    <a:lumMod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Форма учитель-специальность</a:t>
            </a:r>
            <a:endParaRPr kumimoji="0" lang="en-US" sz="8800" b="0" i="0" u="none" strike="noStrike" kern="1200" cap="none" spc="-175" normalizeH="0" baseline="0" noProof="0" dirty="0">
              <a:ln>
                <a:noFill/>
              </a:ln>
              <a:solidFill>
                <a:schemeClr val="tx1">
                  <a:lumMod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F1567E5-489C-41E7-B7EE-40B9E60A85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3064" y="1123256"/>
            <a:ext cx="10287000" cy="1370444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AD5E7B7F-A0B3-4D2A-B2BC-149C0F1121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4946" y="2950009"/>
            <a:ext cx="9023588" cy="1926043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9211FCF6-CEA9-4F5D-A4BE-5CA26144E1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27865" y="6454436"/>
            <a:ext cx="4730398" cy="932755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D4E367C7-99EB-46DF-BB0A-12575255DFA8}"/>
              </a:ext>
            </a:extLst>
          </p:cNvPr>
          <p:cNvSpPr txBox="1"/>
          <p:nvPr/>
        </p:nvSpPr>
        <p:spPr>
          <a:xfrm>
            <a:off x="625124" y="7886700"/>
            <a:ext cx="7226733" cy="18380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6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8800" b="0" i="0" u="none" strike="noStrike" kern="1200" cap="none" spc="-175" normalizeH="0" baseline="0" noProof="0" dirty="0">
                <a:ln>
                  <a:noFill/>
                </a:ln>
                <a:solidFill>
                  <a:schemeClr val="tx1">
                    <a:lumMod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Форма университеты</a:t>
            </a:r>
            <a:endParaRPr kumimoji="0" lang="en-US" sz="8800" b="0" i="0" u="none" strike="noStrike" kern="1200" cap="none" spc="-175" normalizeH="0" baseline="0" noProof="0" dirty="0">
              <a:ln>
                <a:noFill/>
              </a:ln>
              <a:solidFill>
                <a:schemeClr val="tx1">
                  <a:lumMod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181C90A5-2ACB-48BC-A56B-99637545109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10600" y="7124700"/>
            <a:ext cx="8528570" cy="2891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72028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7E4A8F-2640-96D7-4C81-5664F86AC3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53999F96-6825-3AFE-6875-F02FD278A08C}"/>
              </a:ext>
            </a:extLst>
          </p:cNvPr>
          <p:cNvSpPr txBox="1"/>
          <p:nvPr/>
        </p:nvSpPr>
        <p:spPr>
          <a:xfrm>
            <a:off x="679286" y="1999197"/>
            <a:ext cx="6501443" cy="174567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6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8800" b="0" i="0" u="none" strike="noStrike" kern="1200" cap="none" spc="-175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Перспектива разработки</a:t>
            </a:r>
            <a:endParaRPr kumimoji="0" lang="en-US" sz="8800" b="0" i="0" u="none" strike="noStrike" kern="1200" cap="none" spc="-175" normalizeH="0" baseline="0" noProof="0" dirty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9" name="Group 9">
            <a:extLst>
              <a:ext uri="{FF2B5EF4-FFF2-40B4-BE49-F238E27FC236}">
                <a16:creationId xmlns:a16="http://schemas.microsoft.com/office/drawing/2014/main" id="{33455F57-35D1-5500-1DDB-584C1D49CAEB}"/>
              </a:ext>
            </a:extLst>
          </p:cNvPr>
          <p:cNvGrpSpPr/>
          <p:nvPr/>
        </p:nvGrpSpPr>
        <p:grpSpPr>
          <a:xfrm rot="-5400000">
            <a:off x="-1215158" y="1835972"/>
            <a:ext cx="3016856" cy="435217"/>
            <a:chOff x="0" y="0"/>
            <a:chExt cx="3961550" cy="571500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4158AB9D-E868-2C41-D013-67E86E7E36F5}"/>
                </a:ext>
              </a:extLst>
            </p:cNvPr>
            <p:cNvSpPr/>
            <p:nvPr/>
          </p:nvSpPr>
          <p:spPr>
            <a:xfrm>
              <a:off x="0" y="255270"/>
              <a:ext cx="3961550" cy="69850"/>
            </a:xfrm>
            <a:custGeom>
              <a:avLst/>
              <a:gdLst/>
              <a:ahLst/>
              <a:cxnLst/>
              <a:rect l="l" t="t" r="r" b="b"/>
              <a:pathLst>
                <a:path w="3961550" h="69850">
                  <a:moveTo>
                    <a:pt x="3670720" y="0"/>
                  </a:moveTo>
                  <a:lnTo>
                    <a:pt x="0" y="0"/>
                  </a:lnTo>
                  <a:lnTo>
                    <a:pt x="0" y="69850"/>
                  </a:lnTo>
                  <a:lnTo>
                    <a:pt x="3961550" y="69850"/>
                  </a:lnTo>
                  <a:lnTo>
                    <a:pt x="3961550" y="0"/>
                  </a:lnTo>
                  <a:close/>
                </a:path>
              </a:pathLst>
            </a:custGeom>
            <a:solidFill>
              <a:srgbClr val="393839"/>
            </a:solidFill>
          </p:spPr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CB7840AC-420E-D4F8-1C3D-6A0A83B4D4CA}"/>
              </a:ext>
            </a:extLst>
          </p:cNvPr>
          <p:cNvGrpSpPr/>
          <p:nvPr/>
        </p:nvGrpSpPr>
        <p:grpSpPr>
          <a:xfrm>
            <a:off x="293270" y="327544"/>
            <a:ext cx="2430370" cy="386455"/>
            <a:chOff x="0" y="0"/>
            <a:chExt cx="3594100" cy="571500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6C203037-F4CA-EDE6-99E8-FA1EF837AC51}"/>
                </a:ext>
              </a:extLst>
            </p:cNvPr>
            <p:cNvSpPr/>
            <p:nvPr/>
          </p:nvSpPr>
          <p:spPr>
            <a:xfrm>
              <a:off x="0" y="255270"/>
              <a:ext cx="3594100" cy="69850"/>
            </a:xfrm>
            <a:custGeom>
              <a:avLst/>
              <a:gdLst/>
              <a:ahLst/>
              <a:cxnLst/>
              <a:rect l="l" t="t" r="r" b="b"/>
              <a:pathLst>
                <a:path w="3594100" h="69850">
                  <a:moveTo>
                    <a:pt x="3303270" y="0"/>
                  </a:moveTo>
                  <a:lnTo>
                    <a:pt x="0" y="0"/>
                  </a:lnTo>
                  <a:lnTo>
                    <a:pt x="0" y="69850"/>
                  </a:lnTo>
                  <a:lnTo>
                    <a:pt x="3594100" y="69850"/>
                  </a:lnTo>
                  <a:lnTo>
                    <a:pt x="3594100" y="0"/>
                  </a:lnTo>
                  <a:close/>
                </a:path>
              </a:pathLst>
            </a:custGeom>
            <a:solidFill>
              <a:srgbClr val="393839"/>
            </a:solidFill>
          </p:spPr>
        </p:sp>
      </p:grpSp>
      <p:sp>
        <p:nvSpPr>
          <p:cNvPr id="30" name="TextBox 3">
            <a:extLst>
              <a:ext uri="{FF2B5EF4-FFF2-40B4-BE49-F238E27FC236}">
                <a16:creationId xmlns:a16="http://schemas.microsoft.com/office/drawing/2014/main" id="{A7C136B0-2A15-6DA8-D136-D2F8CBD4887D}"/>
              </a:ext>
            </a:extLst>
          </p:cNvPr>
          <p:cNvSpPr txBox="1"/>
          <p:nvPr/>
        </p:nvSpPr>
        <p:spPr>
          <a:xfrm>
            <a:off x="838200" y="4457700"/>
            <a:ext cx="17449800" cy="253915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857250" marR="0" lvl="0" indent="-857250" algn="l" defTabSz="457200" rtl="0" eaLnBrk="1" fontAlgn="auto" latinLnBrk="0" hangingPunct="1">
              <a:lnSpc>
                <a:spcPts val="6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6000" b="0" i="0" u="none" strike="noStrike" kern="1200" cap="none" spc="-175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Оптимизация кода,</a:t>
            </a:r>
            <a:r>
              <a:rPr lang="ru-RU" sz="6000" spc="-1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редактирование базы данных</a:t>
            </a:r>
          </a:p>
          <a:p>
            <a:pPr marL="857250" marR="0" lvl="0" indent="-857250" algn="l" defTabSz="457200" rtl="0" eaLnBrk="1" fontAlgn="auto" latinLnBrk="0" hangingPunct="1">
              <a:lnSpc>
                <a:spcPts val="6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6000" b="0" i="0" u="none" strike="noStrike" kern="1200" cap="none" spc="-175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Расширение функционала настройки интерфейса</a:t>
            </a:r>
          </a:p>
          <a:p>
            <a:pPr marL="857250" marR="0" lvl="0" indent="-857250" algn="l" defTabSz="457200" rtl="0" eaLnBrk="1" fontAlgn="auto" latinLnBrk="0" hangingPunct="1">
              <a:lnSpc>
                <a:spcPts val="6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sz="6000" spc="-1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Уведомления и напоминания</a:t>
            </a:r>
            <a:endParaRPr kumimoji="0" lang="ru-RU" sz="6000" b="0" i="0" u="none" strike="noStrike" kern="1200" cap="none" spc="-175" normalizeH="0" baseline="0" noProof="0" dirty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471CEEE4-6401-4F3D-B5E3-E4D82B7AF9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411200" y="6019800"/>
            <a:ext cx="4267200" cy="426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187229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Ион">
  <a:themeElements>
    <a:clrScheme name="Ион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EC76B5"/>
      </a:hlink>
      <a:folHlink>
        <a:srgbClr val="E8ACCD"/>
      </a:folHlink>
    </a:clrScheme>
    <a:fontScheme name="Ион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Ион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A207AED3-9ABC-4A18-9978-A59B65688B15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TM02836342[[fn=Ион]]</Template>
  <TotalTime>298</TotalTime>
  <Words>322</Words>
  <Application>Microsoft Office PowerPoint</Application>
  <PresentationFormat>Произвольный</PresentationFormat>
  <Paragraphs>61</Paragraphs>
  <Slides>12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8" baseType="lpstr">
      <vt:lpstr>Times New Roman</vt:lpstr>
      <vt:lpstr>Century Gothic</vt:lpstr>
      <vt:lpstr>Wingdings 3</vt:lpstr>
      <vt:lpstr>Calibri</vt:lpstr>
      <vt:lpstr>Arial</vt:lpstr>
      <vt:lpstr>Ион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Orange Frosted Music Brand Guidelines Presentation</dc:title>
  <dc:creator>pr305a01</dc:creator>
  <cp:lastModifiedBy>305-4</cp:lastModifiedBy>
  <cp:revision>32</cp:revision>
  <dcterms:created xsi:type="dcterms:W3CDTF">2006-08-16T00:00:00Z</dcterms:created>
  <dcterms:modified xsi:type="dcterms:W3CDTF">2025-12-19T06:37:13Z</dcterms:modified>
  <dc:identifier>DADq6QgwR64</dc:identifier>
</cp:coreProperties>
</file>